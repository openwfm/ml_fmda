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7"/>
  </p:notesMasterIdLst>
  <p:sldIdLst>
    <p:sldId id="344" r:id="rId2"/>
    <p:sldId id="343" r:id="rId3"/>
    <p:sldId id="326" r:id="rId4"/>
    <p:sldId id="316" r:id="rId5"/>
    <p:sldId id="31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6300"/>
    <a:srgbClr val="6C5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F10B13-1391-4AE6-AAE7-4AA8E214434A}" v="13" dt="2024-11-28T21:13:21.4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0"/>
    <p:restoredTop sz="94884"/>
  </p:normalViewPr>
  <p:slideViewPr>
    <p:cSldViewPr snapToGrid="0">
      <p:cViewPr varScale="1">
        <p:scale>
          <a:sx n="105" d="100"/>
          <a:sy n="105" d="100"/>
        </p:scale>
        <p:origin x="5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on Hirschi" userId="d4fcc7fed7cb60f9" providerId="LiveId" clId="{33096702-8BFB-4067-9D86-80FEED9B06E3}"/>
    <pc:docChg chg="undo custSel addSld delSld modSld">
      <pc:chgData name="Jonathon Hirschi" userId="d4fcc7fed7cb60f9" providerId="LiveId" clId="{33096702-8BFB-4067-9D86-80FEED9B06E3}" dt="2024-10-03T16:34:21.349" v="1570" actId="1076"/>
      <pc:docMkLst>
        <pc:docMk/>
      </pc:docMkLst>
      <pc:sldChg chg="modSp mod">
        <pc:chgData name="Jonathon Hirschi" userId="d4fcc7fed7cb60f9" providerId="LiveId" clId="{33096702-8BFB-4067-9D86-80FEED9B06E3}" dt="2024-09-30T16:51:00.959" v="966" actId="20577"/>
        <pc:sldMkLst>
          <pc:docMk/>
          <pc:sldMk cId="3358371925" sldId="256"/>
        </pc:sldMkLst>
        <pc:spChg chg="mod">
          <ac:chgData name="Jonathon Hirschi" userId="d4fcc7fed7cb60f9" providerId="LiveId" clId="{33096702-8BFB-4067-9D86-80FEED9B06E3}" dt="2024-09-30T16:51:00.959" v="966" actId="20577"/>
          <ac:spMkLst>
            <pc:docMk/>
            <pc:sldMk cId="3358371925" sldId="256"/>
            <ac:spMk id="2" creationId="{A5008AAB-DC18-D3B0-94E7-CE6822F34880}"/>
          </ac:spMkLst>
        </pc:spChg>
      </pc:sldChg>
      <pc:sldChg chg="addSp delSp modSp del mod">
        <pc:chgData name="Jonathon Hirschi" userId="d4fcc7fed7cb60f9" providerId="LiveId" clId="{33096702-8BFB-4067-9D86-80FEED9B06E3}" dt="2024-09-26T19:45:58.102" v="465" actId="47"/>
        <pc:sldMkLst>
          <pc:docMk/>
          <pc:sldMk cId="766582105" sldId="257"/>
        </pc:sldMkLst>
        <pc:spChg chg="add del mod">
          <ac:chgData name="Jonathon Hirschi" userId="d4fcc7fed7cb60f9" providerId="LiveId" clId="{33096702-8BFB-4067-9D86-80FEED9B06E3}" dt="2024-09-26T19:29:52.902" v="18" actId="20577"/>
          <ac:spMkLst>
            <pc:docMk/>
            <pc:sldMk cId="766582105" sldId="257"/>
            <ac:spMk id="2" creationId="{BCB2E1C6-5FC8-DBFA-BF58-270040C3E2A0}"/>
          </ac:spMkLst>
        </pc:spChg>
        <pc:spChg chg="add del mod">
          <ac:chgData name="Jonathon Hirschi" userId="d4fcc7fed7cb60f9" providerId="LiveId" clId="{33096702-8BFB-4067-9D86-80FEED9B06E3}" dt="2024-09-26T19:29:48.714" v="3" actId="478"/>
          <ac:spMkLst>
            <pc:docMk/>
            <pc:sldMk cId="766582105" sldId="257"/>
            <ac:spMk id="4" creationId="{154257ED-F626-82CE-36F7-2DD3B079EDDF}"/>
          </ac:spMkLst>
        </pc:spChg>
        <pc:spChg chg="add mod">
          <ac:chgData name="Jonathon Hirschi" userId="d4fcc7fed7cb60f9" providerId="LiveId" clId="{33096702-8BFB-4067-9D86-80FEED9B06E3}" dt="2024-09-26T19:41:44.752" v="418" actId="1076"/>
          <ac:spMkLst>
            <pc:docMk/>
            <pc:sldMk cId="766582105" sldId="257"/>
            <ac:spMk id="5" creationId="{8247CC5C-1464-D1B4-6BE8-023D9E121074}"/>
          </ac:spMkLst>
        </pc:spChg>
        <pc:spChg chg="add mod">
          <ac:chgData name="Jonathon Hirschi" userId="d4fcc7fed7cb60f9" providerId="LiveId" clId="{33096702-8BFB-4067-9D86-80FEED9B06E3}" dt="2024-09-26T19:41:44.752" v="418" actId="1076"/>
          <ac:spMkLst>
            <pc:docMk/>
            <pc:sldMk cId="766582105" sldId="257"/>
            <ac:spMk id="8" creationId="{94123463-48CD-4838-FBAF-E57D411EBB0E}"/>
          </ac:spMkLst>
        </pc:spChg>
        <pc:spChg chg="add del mod">
          <ac:chgData name="Jonathon Hirschi" userId="d4fcc7fed7cb60f9" providerId="LiveId" clId="{33096702-8BFB-4067-9D86-80FEED9B06E3}" dt="2024-09-26T19:33:34.596" v="311" actId="478"/>
          <ac:spMkLst>
            <pc:docMk/>
            <pc:sldMk cId="766582105" sldId="257"/>
            <ac:spMk id="9" creationId="{EF334396-A335-7843-6C29-D60FE34B2990}"/>
          </ac:spMkLst>
        </pc:spChg>
        <pc:spChg chg="add mod">
          <ac:chgData name="Jonathon Hirschi" userId="d4fcc7fed7cb60f9" providerId="LiveId" clId="{33096702-8BFB-4067-9D86-80FEED9B06E3}" dt="2024-09-26T19:41:44.752" v="418" actId="1076"/>
          <ac:spMkLst>
            <pc:docMk/>
            <pc:sldMk cId="766582105" sldId="257"/>
            <ac:spMk id="10" creationId="{D7D5C4AC-DF22-C473-D21C-895EDCE67BBA}"/>
          </ac:spMkLst>
        </pc:spChg>
        <pc:spChg chg="add mod">
          <ac:chgData name="Jonathon Hirschi" userId="d4fcc7fed7cb60f9" providerId="LiveId" clId="{33096702-8BFB-4067-9D86-80FEED9B06E3}" dt="2024-09-26T19:42:46.806" v="436" actId="1076"/>
          <ac:spMkLst>
            <pc:docMk/>
            <pc:sldMk cId="766582105" sldId="257"/>
            <ac:spMk id="11" creationId="{D7E2347C-6F46-54D0-EA44-FD701CC4872F}"/>
          </ac:spMkLst>
        </pc:spChg>
        <pc:cxnChg chg="add mod">
          <ac:chgData name="Jonathon Hirschi" userId="d4fcc7fed7cb60f9" providerId="LiveId" clId="{33096702-8BFB-4067-9D86-80FEED9B06E3}" dt="2024-09-26T19:41:44.752" v="418" actId="1076"/>
          <ac:cxnSpMkLst>
            <pc:docMk/>
            <pc:sldMk cId="766582105" sldId="257"/>
            <ac:cxnSpMk id="7" creationId="{DBEA1254-ECAB-0321-A116-1FA544D61FAF}"/>
          </ac:cxnSpMkLst>
        </pc:cxnChg>
        <pc:cxnChg chg="add mod">
          <ac:chgData name="Jonathon Hirschi" userId="d4fcc7fed7cb60f9" providerId="LiveId" clId="{33096702-8BFB-4067-9D86-80FEED9B06E3}" dt="2024-09-26T19:42:43.927" v="435" actId="14100"/>
          <ac:cxnSpMkLst>
            <pc:docMk/>
            <pc:sldMk cId="766582105" sldId="257"/>
            <ac:cxnSpMk id="12" creationId="{49B4C426-0000-23F5-C91E-8C65AC7A0BDC}"/>
          </ac:cxnSpMkLst>
        </pc:cxnChg>
        <pc:cxnChg chg="add del mod">
          <ac:chgData name="Jonathon Hirschi" userId="d4fcc7fed7cb60f9" providerId="LiveId" clId="{33096702-8BFB-4067-9D86-80FEED9B06E3}" dt="2024-09-26T19:37:00.431" v="371" actId="478"/>
          <ac:cxnSpMkLst>
            <pc:docMk/>
            <pc:sldMk cId="766582105" sldId="257"/>
            <ac:cxnSpMk id="14" creationId="{0A752A06-7926-7642-C371-E939C0B5F653}"/>
          </ac:cxnSpMkLst>
        </pc:cxnChg>
        <pc:cxnChg chg="add del mod">
          <ac:chgData name="Jonathon Hirschi" userId="d4fcc7fed7cb60f9" providerId="LiveId" clId="{33096702-8BFB-4067-9D86-80FEED9B06E3}" dt="2024-09-26T19:36:59.698" v="370" actId="478"/>
          <ac:cxnSpMkLst>
            <pc:docMk/>
            <pc:sldMk cId="766582105" sldId="257"/>
            <ac:cxnSpMk id="17" creationId="{ACB91716-A872-BD9B-7D4B-0A41983BBEBB}"/>
          </ac:cxnSpMkLst>
        </pc:cxnChg>
        <pc:cxnChg chg="add del mod">
          <ac:chgData name="Jonathon Hirschi" userId="d4fcc7fed7cb60f9" providerId="LiveId" clId="{33096702-8BFB-4067-9D86-80FEED9B06E3}" dt="2024-09-26T19:37:27.698" v="376" actId="478"/>
          <ac:cxnSpMkLst>
            <pc:docMk/>
            <pc:sldMk cId="766582105" sldId="257"/>
            <ac:cxnSpMk id="21" creationId="{33A8A65D-7A3F-2B4D-1628-5C94FE783198}"/>
          </ac:cxnSpMkLst>
        </pc:cxnChg>
        <pc:cxnChg chg="add mod">
          <ac:chgData name="Jonathon Hirschi" userId="d4fcc7fed7cb60f9" providerId="LiveId" clId="{33096702-8BFB-4067-9D86-80FEED9B06E3}" dt="2024-09-26T19:41:44.752" v="418" actId="1076"/>
          <ac:cxnSpMkLst>
            <pc:docMk/>
            <pc:sldMk cId="766582105" sldId="257"/>
            <ac:cxnSpMk id="25" creationId="{C49FA12F-5127-5B7A-756B-D4D615146606}"/>
          </ac:cxnSpMkLst>
        </pc:cxnChg>
        <pc:cxnChg chg="add mod">
          <ac:chgData name="Jonathon Hirschi" userId="d4fcc7fed7cb60f9" providerId="LiveId" clId="{33096702-8BFB-4067-9D86-80FEED9B06E3}" dt="2024-09-26T19:41:44.752" v="418" actId="1076"/>
          <ac:cxnSpMkLst>
            <pc:docMk/>
            <pc:sldMk cId="766582105" sldId="257"/>
            <ac:cxnSpMk id="27" creationId="{0B99A722-5DA3-3E1C-FCA4-B653E70A2520}"/>
          </ac:cxnSpMkLst>
        </pc:cxnChg>
        <pc:cxnChg chg="add mod">
          <ac:chgData name="Jonathon Hirschi" userId="d4fcc7fed7cb60f9" providerId="LiveId" clId="{33096702-8BFB-4067-9D86-80FEED9B06E3}" dt="2024-09-26T19:41:44.752" v="418" actId="1076"/>
          <ac:cxnSpMkLst>
            <pc:docMk/>
            <pc:sldMk cId="766582105" sldId="257"/>
            <ac:cxnSpMk id="35" creationId="{E94E9F1C-5552-A135-0D52-96C72932BAB6}"/>
          </ac:cxnSpMkLst>
        </pc:cxnChg>
      </pc:sldChg>
      <pc:sldChg chg="addSp delSp modSp add del mod">
        <pc:chgData name="Jonathon Hirschi" userId="d4fcc7fed7cb60f9" providerId="LiveId" clId="{33096702-8BFB-4067-9D86-80FEED9B06E3}" dt="2024-09-26T19:42:35.503" v="433" actId="47"/>
        <pc:sldMkLst>
          <pc:docMk/>
          <pc:sldMk cId="193495893" sldId="258"/>
        </pc:sldMkLst>
        <pc:spChg chg="add del mod">
          <ac:chgData name="Jonathon Hirschi" userId="d4fcc7fed7cb60f9" providerId="LiveId" clId="{33096702-8BFB-4067-9D86-80FEED9B06E3}" dt="2024-09-26T19:42:04.491" v="422" actId="478"/>
          <ac:spMkLst>
            <pc:docMk/>
            <pc:sldMk cId="193495893" sldId="258"/>
            <ac:spMk id="3" creationId="{877C45D6-7F8C-4A43-0074-3A2740D2F7D0}"/>
          </ac:spMkLst>
        </pc:spChg>
        <pc:spChg chg="add del mod">
          <ac:chgData name="Jonathon Hirschi" userId="d4fcc7fed7cb60f9" providerId="LiveId" clId="{33096702-8BFB-4067-9D86-80FEED9B06E3}" dt="2024-09-26T19:42:33.793" v="432" actId="478"/>
          <ac:spMkLst>
            <pc:docMk/>
            <pc:sldMk cId="193495893" sldId="258"/>
            <ac:spMk id="4" creationId="{CC4A9F85-2291-9E00-3180-AEDD359110E7}"/>
          </ac:spMkLst>
        </pc:spChg>
      </pc:sldChg>
      <pc:sldChg chg="modSp add mod">
        <pc:chgData name="Jonathon Hirschi" userId="d4fcc7fed7cb60f9" providerId="LiveId" clId="{33096702-8BFB-4067-9D86-80FEED9B06E3}" dt="2024-09-30T16:48:55.230" v="919" actId="207"/>
        <pc:sldMkLst>
          <pc:docMk/>
          <pc:sldMk cId="621510870" sldId="258"/>
        </pc:sldMkLst>
        <pc:spChg chg="mod">
          <ac:chgData name="Jonathon Hirschi" userId="d4fcc7fed7cb60f9" providerId="LiveId" clId="{33096702-8BFB-4067-9D86-80FEED9B06E3}" dt="2024-09-30T16:48:55.230" v="919" actId="207"/>
          <ac:spMkLst>
            <pc:docMk/>
            <pc:sldMk cId="621510870" sldId="258"/>
            <ac:spMk id="11" creationId="{D7E2347C-6F46-54D0-EA44-FD701CC4872F}"/>
          </ac:spMkLst>
        </pc:spChg>
        <pc:cxnChg chg="mod">
          <ac:chgData name="Jonathon Hirschi" userId="d4fcc7fed7cb60f9" providerId="LiveId" clId="{33096702-8BFB-4067-9D86-80FEED9B06E3}" dt="2024-09-26T19:45:14.201" v="443" actId="692"/>
          <ac:cxnSpMkLst>
            <pc:docMk/>
            <pc:sldMk cId="621510870" sldId="258"/>
            <ac:cxnSpMk id="7" creationId="{DBEA1254-ECAB-0321-A116-1FA544D61FAF}"/>
          </ac:cxnSpMkLst>
        </pc:cxnChg>
        <pc:cxnChg chg="mod">
          <ac:chgData name="Jonathon Hirschi" userId="d4fcc7fed7cb60f9" providerId="LiveId" clId="{33096702-8BFB-4067-9D86-80FEED9B06E3}" dt="2024-09-26T19:45:19.542" v="449" actId="692"/>
          <ac:cxnSpMkLst>
            <pc:docMk/>
            <pc:sldMk cId="621510870" sldId="258"/>
            <ac:cxnSpMk id="12" creationId="{49B4C426-0000-23F5-C91E-8C65AC7A0BDC}"/>
          </ac:cxnSpMkLst>
        </pc:cxnChg>
        <pc:cxnChg chg="mod">
          <ac:chgData name="Jonathon Hirschi" userId="d4fcc7fed7cb60f9" providerId="LiveId" clId="{33096702-8BFB-4067-9D86-80FEED9B06E3}" dt="2024-09-26T19:45:30.808" v="461" actId="692"/>
          <ac:cxnSpMkLst>
            <pc:docMk/>
            <pc:sldMk cId="621510870" sldId="258"/>
            <ac:cxnSpMk id="25" creationId="{C49FA12F-5127-5B7A-756B-D4D615146606}"/>
          </ac:cxnSpMkLst>
        </pc:cxnChg>
        <pc:cxnChg chg="mod">
          <ac:chgData name="Jonathon Hirschi" userId="d4fcc7fed7cb60f9" providerId="LiveId" clId="{33096702-8BFB-4067-9D86-80FEED9B06E3}" dt="2024-09-26T19:45:43.373" v="464" actId="14100"/>
          <ac:cxnSpMkLst>
            <pc:docMk/>
            <pc:sldMk cId="621510870" sldId="258"/>
            <ac:cxnSpMk id="27" creationId="{0B99A722-5DA3-3E1C-FCA4-B653E70A2520}"/>
          </ac:cxnSpMkLst>
        </pc:cxnChg>
        <pc:cxnChg chg="mod">
          <ac:chgData name="Jonathon Hirschi" userId="d4fcc7fed7cb60f9" providerId="LiveId" clId="{33096702-8BFB-4067-9D86-80FEED9B06E3}" dt="2024-09-26T19:45:22.906" v="453" actId="692"/>
          <ac:cxnSpMkLst>
            <pc:docMk/>
            <pc:sldMk cId="621510870" sldId="258"/>
            <ac:cxnSpMk id="35" creationId="{E94E9F1C-5552-A135-0D52-96C72932BAB6}"/>
          </ac:cxnSpMkLst>
        </pc:cxnChg>
      </pc:sldChg>
      <pc:sldChg chg="addSp delSp modSp add mod">
        <pc:chgData name="Jonathon Hirschi" userId="d4fcc7fed7cb60f9" providerId="LiveId" clId="{33096702-8BFB-4067-9D86-80FEED9B06E3}" dt="2024-10-03T16:34:00.892" v="1565" actId="1076"/>
        <pc:sldMkLst>
          <pc:docMk/>
          <pc:sldMk cId="3196544980" sldId="259"/>
        </pc:sldMkLst>
        <pc:spChg chg="add mod">
          <ac:chgData name="Jonathon Hirschi" userId="d4fcc7fed7cb60f9" providerId="LiveId" clId="{33096702-8BFB-4067-9D86-80FEED9B06E3}" dt="2024-10-03T16:34:00.892" v="1565" actId="1076"/>
          <ac:spMkLst>
            <pc:docMk/>
            <pc:sldMk cId="3196544980" sldId="259"/>
            <ac:spMk id="3" creationId="{75A7A514-25BD-4A5D-2C34-CE3EE06FE75E}"/>
          </ac:spMkLst>
        </pc:spChg>
        <pc:spChg chg="add mod">
          <ac:chgData name="Jonathon Hirschi" userId="d4fcc7fed7cb60f9" providerId="LiveId" clId="{33096702-8BFB-4067-9D86-80FEED9B06E3}" dt="2024-10-03T16:34:00.892" v="1565" actId="1076"/>
          <ac:spMkLst>
            <pc:docMk/>
            <pc:sldMk cId="3196544980" sldId="259"/>
            <ac:spMk id="4" creationId="{815F9919-5BBF-C015-5268-915841D3AC18}"/>
          </ac:spMkLst>
        </pc:spChg>
        <pc:spChg chg="mod">
          <ac:chgData name="Jonathon Hirschi" userId="d4fcc7fed7cb60f9" providerId="LiveId" clId="{33096702-8BFB-4067-9D86-80FEED9B06E3}" dt="2024-10-03T16:34:00.892" v="1565" actId="1076"/>
          <ac:spMkLst>
            <pc:docMk/>
            <pc:sldMk cId="3196544980" sldId="259"/>
            <ac:spMk id="5" creationId="{8247CC5C-1464-D1B4-6BE8-023D9E121074}"/>
          </ac:spMkLst>
        </pc:spChg>
        <pc:spChg chg="add del mod">
          <ac:chgData name="Jonathon Hirschi" userId="d4fcc7fed7cb60f9" providerId="LiveId" clId="{33096702-8BFB-4067-9D86-80FEED9B06E3}" dt="2024-09-30T16:47:29.817" v="886" actId="478"/>
          <ac:spMkLst>
            <pc:docMk/>
            <pc:sldMk cId="3196544980" sldId="259"/>
            <ac:spMk id="6" creationId="{49D8D5E7-EEC9-03B8-FB45-3D26951E0CBF}"/>
          </ac:spMkLst>
        </pc:spChg>
        <pc:spChg chg="add del mod">
          <ac:chgData name="Jonathon Hirschi" userId="d4fcc7fed7cb60f9" providerId="LiveId" clId="{33096702-8BFB-4067-9D86-80FEED9B06E3}" dt="2024-09-26T19:47:15.035" v="485" actId="478"/>
          <ac:spMkLst>
            <pc:docMk/>
            <pc:sldMk cId="3196544980" sldId="259"/>
            <ac:spMk id="6" creationId="{4D2855CC-D28F-1597-6653-5216518AE888}"/>
          </ac:spMkLst>
        </pc:spChg>
        <pc:spChg chg="mod">
          <ac:chgData name="Jonathon Hirschi" userId="d4fcc7fed7cb60f9" providerId="LiveId" clId="{33096702-8BFB-4067-9D86-80FEED9B06E3}" dt="2024-10-03T16:34:00.892" v="1565" actId="1076"/>
          <ac:spMkLst>
            <pc:docMk/>
            <pc:sldMk cId="3196544980" sldId="259"/>
            <ac:spMk id="8" creationId="{94123463-48CD-4838-FBAF-E57D411EBB0E}"/>
          </ac:spMkLst>
        </pc:spChg>
        <pc:spChg chg="add mod">
          <ac:chgData name="Jonathon Hirschi" userId="d4fcc7fed7cb60f9" providerId="LiveId" clId="{33096702-8BFB-4067-9D86-80FEED9B06E3}" dt="2024-09-26T19:47:39.174" v="486"/>
          <ac:spMkLst>
            <pc:docMk/>
            <pc:sldMk cId="3196544980" sldId="259"/>
            <ac:spMk id="9" creationId="{D0B8695C-A58F-F450-34B6-693D377EF504}"/>
          </ac:spMkLst>
        </pc:spChg>
        <pc:spChg chg="add del mod">
          <ac:chgData name="Jonathon Hirschi" userId="d4fcc7fed7cb60f9" providerId="LiveId" clId="{33096702-8BFB-4067-9D86-80FEED9B06E3}" dt="2024-10-01T16:42:48.025" v="1564" actId="478"/>
          <ac:spMkLst>
            <pc:docMk/>
            <pc:sldMk cId="3196544980" sldId="259"/>
            <ac:spMk id="9" creationId="{D8135B6C-0351-75E1-916C-E8F352AC5D09}"/>
          </ac:spMkLst>
        </pc:spChg>
        <pc:spChg chg="mod">
          <ac:chgData name="Jonathon Hirschi" userId="d4fcc7fed7cb60f9" providerId="LiveId" clId="{33096702-8BFB-4067-9D86-80FEED9B06E3}" dt="2024-10-03T16:34:00.892" v="1565" actId="1076"/>
          <ac:spMkLst>
            <pc:docMk/>
            <pc:sldMk cId="3196544980" sldId="259"/>
            <ac:spMk id="10" creationId="{D7D5C4AC-DF22-C473-D21C-895EDCE67BBA}"/>
          </ac:spMkLst>
        </pc:spChg>
        <pc:spChg chg="mod">
          <ac:chgData name="Jonathon Hirschi" userId="d4fcc7fed7cb60f9" providerId="LiveId" clId="{33096702-8BFB-4067-9D86-80FEED9B06E3}" dt="2024-10-03T16:34:00.892" v="1565" actId="1076"/>
          <ac:spMkLst>
            <pc:docMk/>
            <pc:sldMk cId="3196544980" sldId="259"/>
            <ac:spMk id="11" creationId="{D7E2347C-6F46-54D0-EA44-FD701CC4872F}"/>
          </ac:spMkLst>
        </pc:spChg>
        <pc:spChg chg="add mod">
          <ac:chgData name="Jonathon Hirschi" userId="d4fcc7fed7cb60f9" providerId="LiveId" clId="{33096702-8BFB-4067-9D86-80FEED9B06E3}" dt="2024-09-26T19:54:40.662" v="868" actId="20577"/>
          <ac:spMkLst>
            <pc:docMk/>
            <pc:sldMk cId="3196544980" sldId="259"/>
            <ac:spMk id="13" creationId="{4C939455-978F-6031-1F90-2911ACCA87ED}"/>
          </ac:spMkLst>
        </pc:spChg>
        <pc:spChg chg="add mod">
          <ac:chgData name="Jonathon Hirschi" userId="d4fcc7fed7cb60f9" providerId="LiveId" clId="{33096702-8BFB-4067-9D86-80FEED9B06E3}" dt="2024-10-03T16:34:00.892" v="1565" actId="1076"/>
          <ac:spMkLst>
            <pc:docMk/>
            <pc:sldMk cId="3196544980" sldId="259"/>
            <ac:spMk id="14" creationId="{EDB8AC2A-92CB-77C9-A654-67162A1D31C3}"/>
          </ac:spMkLst>
        </pc:spChg>
        <pc:spChg chg="add del mod">
          <ac:chgData name="Jonathon Hirschi" userId="d4fcc7fed7cb60f9" providerId="LiveId" clId="{33096702-8BFB-4067-9D86-80FEED9B06E3}" dt="2024-09-26T19:53:44.094" v="770" actId="478"/>
          <ac:spMkLst>
            <pc:docMk/>
            <pc:sldMk cId="3196544980" sldId="259"/>
            <ac:spMk id="15" creationId="{93F8F6D6-CD17-E6E2-2A6F-406D98B4A98C}"/>
          </ac:spMkLst>
        </pc:spChg>
        <pc:cxnChg chg="mod">
          <ac:chgData name="Jonathon Hirschi" userId="d4fcc7fed7cb60f9" providerId="LiveId" clId="{33096702-8BFB-4067-9D86-80FEED9B06E3}" dt="2024-10-03T16:34:00.892" v="1565" actId="1076"/>
          <ac:cxnSpMkLst>
            <pc:docMk/>
            <pc:sldMk cId="3196544980" sldId="259"/>
            <ac:cxnSpMk id="7" creationId="{DBEA1254-ECAB-0321-A116-1FA544D61FAF}"/>
          </ac:cxnSpMkLst>
        </pc:cxnChg>
        <pc:cxnChg chg="mod">
          <ac:chgData name="Jonathon Hirschi" userId="d4fcc7fed7cb60f9" providerId="LiveId" clId="{33096702-8BFB-4067-9D86-80FEED9B06E3}" dt="2024-10-03T16:34:00.892" v="1565" actId="1076"/>
          <ac:cxnSpMkLst>
            <pc:docMk/>
            <pc:sldMk cId="3196544980" sldId="259"/>
            <ac:cxnSpMk id="12" creationId="{49B4C426-0000-23F5-C91E-8C65AC7A0BDC}"/>
          </ac:cxnSpMkLst>
        </pc:cxnChg>
        <pc:cxnChg chg="add del mod">
          <ac:chgData name="Jonathon Hirschi" userId="d4fcc7fed7cb60f9" providerId="LiveId" clId="{33096702-8BFB-4067-9D86-80FEED9B06E3}" dt="2024-09-26T19:51:59.354" v="694" actId="478"/>
          <ac:cxnSpMkLst>
            <pc:docMk/>
            <pc:sldMk cId="3196544980" sldId="259"/>
            <ac:cxnSpMk id="17" creationId="{266A4125-06A1-C56D-82E6-65102E599E68}"/>
          </ac:cxnSpMkLst>
        </pc:cxnChg>
        <pc:cxnChg chg="mod">
          <ac:chgData name="Jonathon Hirschi" userId="d4fcc7fed7cb60f9" providerId="LiveId" clId="{33096702-8BFB-4067-9D86-80FEED9B06E3}" dt="2024-10-03T16:34:00.892" v="1565" actId="1076"/>
          <ac:cxnSpMkLst>
            <pc:docMk/>
            <pc:sldMk cId="3196544980" sldId="259"/>
            <ac:cxnSpMk id="25" creationId="{C49FA12F-5127-5B7A-756B-D4D615146606}"/>
          </ac:cxnSpMkLst>
        </pc:cxnChg>
        <pc:cxnChg chg="mod">
          <ac:chgData name="Jonathon Hirschi" userId="d4fcc7fed7cb60f9" providerId="LiveId" clId="{33096702-8BFB-4067-9D86-80FEED9B06E3}" dt="2024-10-03T16:34:00.892" v="1565" actId="1076"/>
          <ac:cxnSpMkLst>
            <pc:docMk/>
            <pc:sldMk cId="3196544980" sldId="259"/>
            <ac:cxnSpMk id="27" creationId="{0B99A722-5DA3-3E1C-FCA4-B653E70A2520}"/>
          </ac:cxnSpMkLst>
        </pc:cxnChg>
        <pc:cxnChg chg="mod">
          <ac:chgData name="Jonathon Hirschi" userId="d4fcc7fed7cb60f9" providerId="LiveId" clId="{33096702-8BFB-4067-9D86-80FEED9B06E3}" dt="2024-10-03T16:34:00.892" v="1565" actId="1076"/>
          <ac:cxnSpMkLst>
            <pc:docMk/>
            <pc:sldMk cId="3196544980" sldId="259"/>
            <ac:cxnSpMk id="35" creationId="{E94E9F1C-5552-A135-0D52-96C72932BAB6}"/>
          </ac:cxnSpMkLst>
        </pc:cxnChg>
      </pc:sldChg>
      <pc:sldChg chg="addSp delSp modSp add mod">
        <pc:chgData name="Jonathon Hirschi" userId="d4fcc7fed7cb60f9" providerId="LiveId" clId="{33096702-8BFB-4067-9D86-80FEED9B06E3}" dt="2024-10-03T16:34:21.349" v="1570" actId="1076"/>
        <pc:sldMkLst>
          <pc:docMk/>
          <pc:sldMk cId="2806892477" sldId="260"/>
        </pc:sldMkLst>
        <pc:spChg chg="mod">
          <ac:chgData name="Jonathon Hirschi" userId="d4fcc7fed7cb60f9" providerId="LiveId" clId="{33096702-8BFB-4067-9D86-80FEED9B06E3}" dt="2024-09-30T17:04:37.401" v="986" actId="20577"/>
          <ac:spMkLst>
            <pc:docMk/>
            <pc:sldMk cId="2806892477" sldId="260"/>
            <ac:spMk id="2" creationId="{BCB2E1C6-5FC8-DBFA-BF58-270040C3E2A0}"/>
          </ac:spMkLst>
        </pc:spChg>
        <pc:spChg chg="mod">
          <ac:chgData name="Jonathon Hirschi" userId="d4fcc7fed7cb60f9" providerId="LiveId" clId="{33096702-8BFB-4067-9D86-80FEED9B06E3}" dt="2024-10-03T16:34:21.349" v="1570" actId="1076"/>
          <ac:spMkLst>
            <pc:docMk/>
            <pc:sldMk cId="2806892477" sldId="260"/>
            <ac:spMk id="3" creationId="{75A7A514-25BD-4A5D-2C34-CE3EE06FE75E}"/>
          </ac:spMkLst>
        </pc:spChg>
        <pc:spChg chg="del">
          <ac:chgData name="Jonathon Hirschi" userId="d4fcc7fed7cb60f9" providerId="LiveId" clId="{33096702-8BFB-4067-9D86-80FEED9B06E3}" dt="2024-09-30T17:10:07.959" v="1347" actId="478"/>
          <ac:spMkLst>
            <pc:docMk/>
            <pc:sldMk cId="2806892477" sldId="260"/>
            <ac:spMk id="4" creationId="{815F9919-5BBF-C015-5268-915841D3AC18}"/>
          </ac:spMkLst>
        </pc:spChg>
        <pc:spChg chg="mod">
          <ac:chgData name="Jonathon Hirschi" userId="d4fcc7fed7cb60f9" providerId="LiveId" clId="{33096702-8BFB-4067-9D86-80FEED9B06E3}" dt="2024-10-03T16:34:21.349" v="1570" actId="1076"/>
          <ac:spMkLst>
            <pc:docMk/>
            <pc:sldMk cId="2806892477" sldId="260"/>
            <ac:spMk id="5" creationId="{8247CC5C-1464-D1B4-6BE8-023D9E121074}"/>
          </ac:spMkLst>
        </pc:spChg>
        <pc:spChg chg="mod">
          <ac:chgData name="Jonathon Hirschi" userId="d4fcc7fed7cb60f9" providerId="LiveId" clId="{33096702-8BFB-4067-9D86-80FEED9B06E3}" dt="2024-10-03T16:34:21.349" v="1570" actId="1076"/>
          <ac:spMkLst>
            <pc:docMk/>
            <pc:sldMk cId="2806892477" sldId="260"/>
            <ac:spMk id="8" creationId="{94123463-48CD-4838-FBAF-E57D411EBB0E}"/>
          </ac:spMkLst>
        </pc:spChg>
        <pc:spChg chg="del">
          <ac:chgData name="Jonathon Hirschi" userId="d4fcc7fed7cb60f9" providerId="LiveId" clId="{33096702-8BFB-4067-9D86-80FEED9B06E3}" dt="2024-09-30T17:09:02.830" v="1314" actId="478"/>
          <ac:spMkLst>
            <pc:docMk/>
            <pc:sldMk cId="2806892477" sldId="260"/>
            <ac:spMk id="9" creationId="{D8135B6C-0351-75E1-916C-E8F352AC5D09}"/>
          </ac:spMkLst>
        </pc:spChg>
        <pc:spChg chg="mod">
          <ac:chgData name="Jonathon Hirschi" userId="d4fcc7fed7cb60f9" providerId="LiveId" clId="{33096702-8BFB-4067-9D86-80FEED9B06E3}" dt="2024-10-03T16:34:21.349" v="1570" actId="1076"/>
          <ac:spMkLst>
            <pc:docMk/>
            <pc:sldMk cId="2806892477" sldId="260"/>
            <ac:spMk id="10" creationId="{D7D5C4AC-DF22-C473-D21C-895EDCE67BBA}"/>
          </ac:spMkLst>
        </pc:spChg>
        <pc:spChg chg="mod">
          <ac:chgData name="Jonathon Hirschi" userId="d4fcc7fed7cb60f9" providerId="LiveId" clId="{33096702-8BFB-4067-9D86-80FEED9B06E3}" dt="2024-10-03T16:34:21.349" v="1570" actId="1076"/>
          <ac:spMkLst>
            <pc:docMk/>
            <pc:sldMk cId="2806892477" sldId="260"/>
            <ac:spMk id="11" creationId="{D7E2347C-6F46-54D0-EA44-FD701CC4872F}"/>
          </ac:spMkLst>
        </pc:spChg>
        <pc:spChg chg="mod">
          <ac:chgData name="Jonathon Hirschi" userId="d4fcc7fed7cb60f9" providerId="LiveId" clId="{33096702-8BFB-4067-9D86-80FEED9B06E3}" dt="2024-09-30T17:12:30.256" v="1556" actId="20577"/>
          <ac:spMkLst>
            <pc:docMk/>
            <pc:sldMk cId="2806892477" sldId="260"/>
            <ac:spMk id="13" creationId="{4C939455-978F-6031-1F90-2911ACCA87ED}"/>
          </ac:spMkLst>
        </pc:spChg>
        <pc:spChg chg="mod">
          <ac:chgData name="Jonathon Hirschi" userId="d4fcc7fed7cb60f9" providerId="LiveId" clId="{33096702-8BFB-4067-9D86-80FEED9B06E3}" dt="2024-10-03T16:34:21.349" v="1570" actId="1076"/>
          <ac:spMkLst>
            <pc:docMk/>
            <pc:sldMk cId="2806892477" sldId="260"/>
            <ac:spMk id="14" creationId="{EDB8AC2A-92CB-77C9-A654-67162A1D31C3}"/>
          </ac:spMkLst>
        </pc:spChg>
        <pc:spChg chg="add mod">
          <ac:chgData name="Jonathon Hirschi" userId="d4fcc7fed7cb60f9" providerId="LiveId" clId="{33096702-8BFB-4067-9D86-80FEED9B06E3}" dt="2024-10-03T16:34:21.349" v="1570" actId="1076"/>
          <ac:spMkLst>
            <pc:docMk/>
            <pc:sldMk cId="2806892477" sldId="260"/>
            <ac:spMk id="15" creationId="{B7AA0069-9C00-69BA-B00B-2A6A5E4ED3FC}"/>
          </ac:spMkLst>
        </pc:spChg>
        <pc:cxnChg chg="mod">
          <ac:chgData name="Jonathon Hirschi" userId="d4fcc7fed7cb60f9" providerId="LiveId" clId="{33096702-8BFB-4067-9D86-80FEED9B06E3}" dt="2024-10-03T16:34:21.349" v="1570" actId="1076"/>
          <ac:cxnSpMkLst>
            <pc:docMk/>
            <pc:sldMk cId="2806892477" sldId="260"/>
            <ac:cxnSpMk id="7" creationId="{DBEA1254-ECAB-0321-A116-1FA544D61FAF}"/>
          </ac:cxnSpMkLst>
        </pc:cxnChg>
        <pc:cxnChg chg="mod">
          <ac:chgData name="Jonathon Hirschi" userId="d4fcc7fed7cb60f9" providerId="LiveId" clId="{33096702-8BFB-4067-9D86-80FEED9B06E3}" dt="2024-10-03T16:34:21.349" v="1570" actId="1076"/>
          <ac:cxnSpMkLst>
            <pc:docMk/>
            <pc:sldMk cId="2806892477" sldId="260"/>
            <ac:cxnSpMk id="12" creationId="{49B4C426-0000-23F5-C91E-8C65AC7A0BDC}"/>
          </ac:cxnSpMkLst>
        </pc:cxnChg>
        <pc:cxnChg chg="mod">
          <ac:chgData name="Jonathon Hirschi" userId="d4fcc7fed7cb60f9" providerId="LiveId" clId="{33096702-8BFB-4067-9D86-80FEED9B06E3}" dt="2024-10-03T16:34:21.349" v="1570" actId="1076"/>
          <ac:cxnSpMkLst>
            <pc:docMk/>
            <pc:sldMk cId="2806892477" sldId="260"/>
            <ac:cxnSpMk id="25" creationId="{C49FA12F-5127-5B7A-756B-D4D615146606}"/>
          </ac:cxnSpMkLst>
        </pc:cxnChg>
        <pc:cxnChg chg="mod">
          <ac:chgData name="Jonathon Hirschi" userId="d4fcc7fed7cb60f9" providerId="LiveId" clId="{33096702-8BFB-4067-9D86-80FEED9B06E3}" dt="2024-10-03T16:34:21.349" v="1570" actId="1076"/>
          <ac:cxnSpMkLst>
            <pc:docMk/>
            <pc:sldMk cId="2806892477" sldId="260"/>
            <ac:cxnSpMk id="27" creationId="{0B99A722-5DA3-3E1C-FCA4-B653E70A2520}"/>
          </ac:cxnSpMkLst>
        </pc:cxnChg>
        <pc:cxnChg chg="mod">
          <ac:chgData name="Jonathon Hirschi" userId="d4fcc7fed7cb60f9" providerId="LiveId" clId="{33096702-8BFB-4067-9D86-80FEED9B06E3}" dt="2024-10-03T16:34:21.349" v="1570" actId="1076"/>
          <ac:cxnSpMkLst>
            <pc:docMk/>
            <pc:sldMk cId="2806892477" sldId="260"/>
            <ac:cxnSpMk id="35" creationId="{E94E9F1C-5552-A135-0D52-96C72932BAB6}"/>
          </ac:cxnSpMkLst>
        </pc:cxnChg>
      </pc:sldChg>
      <pc:sldChg chg="add del setBg">
        <pc:chgData name="Jonathon Hirschi" userId="d4fcc7fed7cb60f9" providerId="LiveId" clId="{33096702-8BFB-4067-9D86-80FEED9B06E3}" dt="2024-09-30T16:00:00.302" v="874" actId="47"/>
        <pc:sldMkLst>
          <pc:docMk/>
          <pc:sldMk cId="3806830704" sldId="260"/>
        </pc:sldMkLst>
      </pc:sldChg>
    </pc:docChg>
  </pc:docChgLst>
  <pc:docChgLst>
    <pc:chgData name="Jonathon Hirschi" userId="d4fcc7fed7cb60f9" providerId="LiveId" clId="{3FBEB5D6-2902-4C91-AEB2-3E4D809FE775}"/>
    <pc:docChg chg="undo custSel addSld delSld modSld">
      <pc:chgData name="Jonathon Hirschi" userId="d4fcc7fed7cb60f9" providerId="LiveId" clId="{3FBEB5D6-2902-4C91-AEB2-3E4D809FE775}" dt="2024-06-18T20:09:15.352" v="125" actId="20577"/>
      <pc:docMkLst>
        <pc:docMk/>
      </pc:docMkLst>
      <pc:sldChg chg="addSp delSp modSp new mod">
        <pc:chgData name="Jonathon Hirschi" userId="d4fcc7fed7cb60f9" providerId="LiveId" clId="{3FBEB5D6-2902-4C91-AEB2-3E4D809FE775}" dt="2024-06-18T20:08:33.710" v="78"/>
        <pc:sldMkLst>
          <pc:docMk/>
          <pc:sldMk cId="3358371925" sldId="256"/>
        </pc:sldMkLst>
        <pc:spChg chg="mod">
          <ac:chgData name="Jonathon Hirschi" userId="d4fcc7fed7cb60f9" providerId="LiveId" clId="{3FBEB5D6-2902-4C91-AEB2-3E4D809FE775}" dt="2024-06-18T20:08:33.710" v="78"/>
          <ac:spMkLst>
            <pc:docMk/>
            <pc:sldMk cId="3358371925" sldId="256"/>
            <ac:spMk id="2" creationId="{A5008AAB-DC18-D3B0-94E7-CE6822F34880}"/>
          </ac:spMkLst>
        </pc:spChg>
        <pc:spChg chg="add del mod">
          <ac:chgData name="Jonathon Hirschi" userId="d4fcc7fed7cb60f9" providerId="LiveId" clId="{3FBEB5D6-2902-4C91-AEB2-3E4D809FE775}" dt="2024-06-18T20:08:33.710" v="78"/>
          <ac:spMkLst>
            <pc:docMk/>
            <pc:sldMk cId="3358371925" sldId="256"/>
            <ac:spMk id="3" creationId="{871D167F-2369-40F6-7DE3-62B629706CB6}"/>
          </ac:spMkLst>
        </pc:spChg>
      </pc:sldChg>
      <pc:sldChg chg="modSp new mod">
        <pc:chgData name="Jonathon Hirschi" userId="d4fcc7fed7cb60f9" providerId="LiveId" clId="{3FBEB5D6-2902-4C91-AEB2-3E4D809FE775}" dt="2024-06-18T20:09:15.352" v="125" actId="20577"/>
        <pc:sldMkLst>
          <pc:docMk/>
          <pc:sldMk cId="766582105" sldId="257"/>
        </pc:sldMkLst>
        <pc:spChg chg="mod">
          <ac:chgData name="Jonathon Hirschi" userId="d4fcc7fed7cb60f9" providerId="LiveId" clId="{3FBEB5D6-2902-4C91-AEB2-3E4D809FE775}" dt="2024-06-18T20:09:15.352" v="125" actId="20577"/>
          <ac:spMkLst>
            <pc:docMk/>
            <pc:sldMk cId="766582105" sldId="257"/>
            <ac:spMk id="2" creationId="{BCB2E1C6-5FC8-DBFA-BF58-270040C3E2A0}"/>
          </ac:spMkLst>
        </pc:spChg>
      </pc:sldChg>
      <pc:sldChg chg="addSp delSp modSp add del mod">
        <pc:chgData name="Jonathon Hirschi" userId="d4fcc7fed7cb60f9" providerId="LiveId" clId="{3FBEB5D6-2902-4C91-AEB2-3E4D809FE775}" dt="2024-06-18T20:08:45.239" v="80" actId="47"/>
        <pc:sldMkLst>
          <pc:docMk/>
          <pc:sldMk cId="2207266149" sldId="257"/>
        </pc:sldMkLst>
        <pc:spChg chg="mod">
          <ac:chgData name="Jonathon Hirschi" userId="d4fcc7fed7cb60f9" providerId="LiveId" clId="{3FBEB5D6-2902-4C91-AEB2-3E4D809FE775}" dt="2024-06-18T20:08:33.710" v="78"/>
          <ac:spMkLst>
            <pc:docMk/>
            <pc:sldMk cId="2207266149" sldId="257"/>
            <ac:spMk id="2" creationId="{A5008AAB-DC18-D3B0-94E7-CE6822F34880}"/>
          </ac:spMkLst>
        </pc:spChg>
        <pc:spChg chg="del mod">
          <ac:chgData name="Jonathon Hirschi" userId="d4fcc7fed7cb60f9" providerId="LiveId" clId="{3FBEB5D6-2902-4C91-AEB2-3E4D809FE775}" dt="2024-06-18T20:08:43.251" v="79" actId="478"/>
          <ac:spMkLst>
            <pc:docMk/>
            <pc:sldMk cId="2207266149" sldId="257"/>
            <ac:spMk id="3" creationId="{871D167F-2369-40F6-7DE3-62B629706CB6}"/>
          </ac:spMkLst>
        </pc:spChg>
        <pc:spChg chg="add mod">
          <ac:chgData name="Jonathon Hirschi" userId="d4fcc7fed7cb60f9" providerId="LiveId" clId="{3FBEB5D6-2902-4C91-AEB2-3E4D809FE775}" dt="2024-06-18T20:08:43.251" v="79" actId="478"/>
          <ac:spMkLst>
            <pc:docMk/>
            <pc:sldMk cId="2207266149" sldId="257"/>
            <ac:spMk id="5" creationId="{A1CCB559-7C2C-9E8E-25F5-DE7E60603AAA}"/>
          </ac:spMkLst>
        </pc:spChg>
      </pc:sldChg>
    </pc:docChg>
  </pc:docChgLst>
  <pc:docChgLst>
    <pc:chgData name="Jonathon Hirschi" userId="d4fcc7fed7cb60f9" providerId="LiveId" clId="{2FF10B13-1391-4AE6-AAE7-4AA8E214434A}"/>
    <pc:docChg chg="undo custSel addSld modSld">
      <pc:chgData name="Jonathon Hirschi" userId="d4fcc7fed7cb60f9" providerId="LiveId" clId="{2FF10B13-1391-4AE6-AAE7-4AA8E214434A}" dt="2024-11-28T21:14:12.326" v="116" actId="14100"/>
      <pc:docMkLst>
        <pc:docMk/>
      </pc:docMkLst>
      <pc:sldChg chg="addSp delSp modSp new mod">
        <pc:chgData name="Jonathon Hirschi" userId="d4fcc7fed7cb60f9" providerId="LiveId" clId="{2FF10B13-1391-4AE6-AAE7-4AA8E214434A}" dt="2024-11-28T21:14:12.326" v="116" actId="14100"/>
        <pc:sldMkLst>
          <pc:docMk/>
          <pc:sldMk cId="1161330100" sldId="261"/>
        </pc:sldMkLst>
        <pc:spChg chg="del">
          <ac:chgData name="Jonathon Hirschi" userId="d4fcc7fed7cb60f9" providerId="LiveId" clId="{2FF10B13-1391-4AE6-AAE7-4AA8E214434A}" dt="2024-11-28T20:51:06.819" v="1" actId="478"/>
          <ac:spMkLst>
            <pc:docMk/>
            <pc:sldMk cId="1161330100" sldId="261"/>
            <ac:spMk id="2" creationId="{635A0531-79DF-0A72-CF87-ED0759852512}"/>
          </ac:spMkLst>
        </pc:spChg>
        <pc:spChg chg="add mod">
          <ac:chgData name="Jonathon Hirschi" userId="d4fcc7fed7cb60f9" providerId="LiveId" clId="{2FF10B13-1391-4AE6-AAE7-4AA8E214434A}" dt="2024-11-28T21:10:34.672" v="83" actId="1076"/>
          <ac:spMkLst>
            <pc:docMk/>
            <pc:sldMk cId="1161330100" sldId="261"/>
            <ac:spMk id="17" creationId="{1CA174A0-DCFC-6001-FD37-0C225AF476FF}"/>
          </ac:spMkLst>
        </pc:spChg>
        <pc:spChg chg="add mod">
          <ac:chgData name="Jonathon Hirschi" userId="d4fcc7fed7cb60f9" providerId="LiveId" clId="{2FF10B13-1391-4AE6-AAE7-4AA8E214434A}" dt="2024-11-28T21:09:48.077" v="76"/>
          <ac:spMkLst>
            <pc:docMk/>
            <pc:sldMk cId="1161330100" sldId="261"/>
            <ac:spMk id="18" creationId="{3027D2C7-BDEB-4B39-37F7-9F316A162123}"/>
          </ac:spMkLst>
        </pc:spChg>
        <pc:spChg chg="add mod">
          <ac:chgData name="Jonathon Hirschi" userId="d4fcc7fed7cb60f9" providerId="LiveId" clId="{2FF10B13-1391-4AE6-AAE7-4AA8E214434A}" dt="2024-11-28T21:10:13.464" v="82" actId="1076"/>
          <ac:spMkLst>
            <pc:docMk/>
            <pc:sldMk cId="1161330100" sldId="261"/>
            <ac:spMk id="19" creationId="{036353B3-5E20-1F12-9104-D774FE0A4650}"/>
          </ac:spMkLst>
        </pc:spChg>
        <pc:picChg chg="add del mod">
          <ac:chgData name="Jonathon Hirschi" userId="d4fcc7fed7cb60f9" providerId="LiveId" clId="{2FF10B13-1391-4AE6-AAE7-4AA8E214434A}" dt="2024-11-28T20:59:27.634" v="10" actId="478"/>
          <ac:picMkLst>
            <pc:docMk/>
            <pc:sldMk cId="1161330100" sldId="261"/>
            <ac:picMk id="4" creationId="{92414254-9B0A-801D-FA7C-3B8465E8FDF8}"/>
          </ac:picMkLst>
        </pc:picChg>
        <pc:picChg chg="add del mod">
          <ac:chgData name="Jonathon Hirschi" userId="d4fcc7fed7cb60f9" providerId="LiveId" clId="{2FF10B13-1391-4AE6-AAE7-4AA8E214434A}" dt="2024-11-28T21:01:10.366" v="20" actId="478"/>
          <ac:picMkLst>
            <pc:docMk/>
            <pc:sldMk cId="1161330100" sldId="261"/>
            <ac:picMk id="6" creationId="{490AA45C-8137-932B-5981-C5096C06E1FF}"/>
          </ac:picMkLst>
        </pc:picChg>
        <pc:picChg chg="add del mod">
          <ac:chgData name="Jonathon Hirschi" userId="d4fcc7fed7cb60f9" providerId="LiveId" clId="{2FF10B13-1391-4AE6-AAE7-4AA8E214434A}" dt="2024-11-28T21:02:35.907" v="28" actId="478"/>
          <ac:picMkLst>
            <pc:docMk/>
            <pc:sldMk cId="1161330100" sldId="261"/>
            <ac:picMk id="8" creationId="{6C5580FA-F9CA-3666-601A-DE41916A009A}"/>
          </ac:picMkLst>
        </pc:picChg>
        <pc:picChg chg="add mod">
          <ac:chgData name="Jonathon Hirschi" userId="d4fcc7fed7cb60f9" providerId="LiveId" clId="{2FF10B13-1391-4AE6-AAE7-4AA8E214434A}" dt="2024-11-28T21:09:41.389" v="74" actId="1076"/>
          <ac:picMkLst>
            <pc:docMk/>
            <pc:sldMk cId="1161330100" sldId="261"/>
            <ac:picMk id="10" creationId="{EE495563-82A5-514D-C65F-766520DD7090}"/>
          </ac:picMkLst>
        </pc:picChg>
        <pc:picChg chg="add mod">
          <ac:chgData name="Jonathon Hirschi" userId="d4fcc7fed7cb60f9" providerId="LiveId" clId="{2FF10B13-1391-4AE6-AAE7-4AA8E214434A}" dt="2024-11-28T21:08:12.034" v="61" actId="1076"/>
          <ac:picMkLst>
            <pc:docMk/>
            <pc:sldMk cId="1161330100" sldId="261"/>
            <ac:picMk id="12" creationId="{5457AC91-322C-BD44-C9E5-BFEDBA659415}"/>
          </ac:picMkLst>
        </pc:picChg>
        <pc:picChg chg="add del mod">
          <ac:chgData name="Jonathon Hirschi" userId="d4fcc7fed7cb60f9" providerId="LiveId" clId="{2FF10B13-1391-4AE6-AAE7-4AA8E214434A}" dt="2024-11-28T21:07:51.123" v="53" actId="478"/>
          <ac:picMkLst>
            <pc:docMk/>
            <pc:sldMk cId="1161330100" sldId="261"/>
            <ac:picMk id="14" creationId="{F14521BC-E067-21C5-AE55-74DD229FDB57}"/>
          </ac:picMkLst>
        </pc:picChg>
        <pc:picChg chg="add mod">
          <ac:chgData name="Jonathon Hirschi" userId="d4fcc7fed7cb60f9" providerId="LiveId" clId="{2FF10B13-1391-4AE6-AAE7-4AA8E214434A}" dt="2024-11-28T21:12:44.852" v="104" actId="1076"/>
          <ac:picMkLst>
            <pc:docMk/>
            <pc:sldMk cId="1161330100" sldId="261"/>
            <ac:picMk id="16" creationId="{D051A30C-41B4-4F30-F90F-8C13918D157D}"/>
          </ac:picMkLst>
        </pc:picChg>
        <pc:cxnChg chg="add mod">
          <ac:chgData name="Jonathon Hirschi" userId="d4fcc7fed7cb60f9" providerId="LiveId" clId="{2FF10B13-1391-4AE6-AAE7-4AA8E214434A}" dt="2024-11-28T21:11:37.316" v="87" actId="14100"/>
          <ac:cxnSpMkLst>
            <pc:docMk/>
            <pc:sldMk cId="1161330100" sldId="261"/>
            <ac:cxnSpMk id="21" creationId="{4AD750C3-9954-9F2A-1A48-43A35F646912}"/>
          </ac:cxnSpMkLst>
        </pc:cxnChg>
        <pc:cxnChg chg="add mod">
          <ac:chgData name="Jonathon Hirschi" userId="d4fcc7fed7cb60f9" providerId="LiveId" clId="{2FF10B13-1391-4AE6-AAE7-4AA8E214434A}" dt="2024-11-28T21:13:52.004" v="114" actId="14100"/>
          <ac:cxnSpMkLst>
            <pc:docMk/>
            <pc:sldMk cId="1161330100" sldId="261"/>
            <ac:cxnSpMk id="24" creationId="{D82D70F4-2D69-6BE4-8B89-00D212EBC22F}"/>
          </ac:cxnSpMkLst>
        </pc:cxnChg>
        <pc:cxnChg chg="add mod">
          <ac:chgData name="Jonathon Hirschi" userId="d4fcc7fed7cb60f9" providerId="LiveId" clId="{2FF10B13-1391-4AE6-AAE7-4AA8E214434A}" dt="2024-11-28T21:13:14.152" v="109" actId="14100"/>
          <ac:cxnSpMkLst>
            <pc:docMk/>
            <pc:sldMk cId="1161330100" sldId="261"/>
            <ac:cxnSpMk id="33" creationId="{E8BEFD53-8A57-B2CF-F0A6-8B5141E24B14}"/>
          </ac:cxnSpMkLst>
        </pc:cxnChg>
        <pc:cxnChg chg="add mod">
          <ac:chgData name="Jonathon Hirschi" userId="d4fcc7fed7cb60f9" providerId="LiveId" clId="{2FF10B13-1391-4AE6-AAE7-4AA8E214434A}" dt="2024-11-28T21:14:12.326" v="116" actId="14100"/>
          <ac:cxnSpMkLst>
            <pc:docMk/>
            <pc:sldMk cId="1161330100" sldId="261"/>
            <ac:cxnSpMk id="36" creationId="{C2EF52B7-79D9-5143-A134-81A171FDE62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1019FA-208D-FE46-B229-B09CE52BF647}" type="datetimeFigureOut">
              <a:rPr lang="en-US" smtClean="0"/>
              <a:t>11/1/25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117B3A-9987-A748-A1A2-2FF66DF8D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131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AC2D7-BF96-D06C-20DA-2FBB496D46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42F27E-3FB8-363C-FDD4-914695156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1AB7B-9512-563B-B015-206666BF2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32C22-938F-42D3-8C5F-50405137B97D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E61A2-7043-C5F5-FCBA-EE94516D9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1410B-2F45-1C14-1448-DBF483F6D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0C26-E425-4433-A00F-528694F33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101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25360-6A60-9DE4-C610-684CA3823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91F04-499B-A6B9-E2E6-046DA2A6C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1B037-6B86-8D51-DBBF-770EFCB2F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32C22-938F-42D3-8C5F-50405137B97D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FE9E3-7399-B538-E1FC-05570079C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35F45-F6F0-914E-7558-4EE819029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0C26-E425-4433-A00F-528694F33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431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4E9DE-029D-8A00-6281-28EB1F408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83BD4-549D-9B0E-15D2-59FA3AA77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9398B-F7B7-F441-B280-B5B102B72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32C22-938F-42D3-8C5F-50405137B97D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E2443-D09C-F25B-04AF-8E55F6E82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27947-1F43-7FCD-9FA9-E9C379CEA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0C26-E425-4433-A00F-528694F33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225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FACC3-34F7-4F97-EAD6-593B0AE91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23406-CE88-B315-14B8-0D8093E19E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9A5087-3F58-DDFD-DC01-E5D3ED8A6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B07FD3-CABA-DF85-B8D7-373FC825E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32C22-938F-42D3-8C5F-50405137B97D}" type="datetimeFigureOut">
              <a:rPr lang="en-US" smtClean="0"/>
              <a:t>11/1/25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A1F24E-A7B3-7805-39B2-BB4732C17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B2E87-3560-B341-139F-D294A9F08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0C26-E425-4433-A00F-528694F33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159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F81B7-279F-C59C-DAFC-85432BCEB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A3FE2-7EDB-28EF-4AE4-EB0B800F9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D8E637-5770-FDB9-E0B5-903857089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B9AE66-29C1-55F2-C1D8-0F39492A17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2CF68-14B5-2F33-7604-66F7F661FA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7B6EB3-2070-EEC8-5D04-93CD7D9F5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32C22-938F-42D3-8C5F-50405137B97D}" type="datetimeFigureOut">
              <a:rPr lang="en-US" smtClean="0"/>
              <a:t>11/1/25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E92CF3-863C-71FE-EDED-6CC47C32C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813B58-F9F8-8519-F044-88754DE3D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0C26-E425-4433-A00F-528694F33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576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4D563-167E-C9C9-3CB3-9D0BE305B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37F6D5-09D8-1536-3371-73AE778BC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32C22-938F-42D3-8C5F-50405137B97D}" type="datetimeFigureOut">
              <a:rPr lang="en-US" smtClean="0"/>
              <a:t>11/1/25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51F4E-71EB-A8FF-8FD4-CF3153308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D4A9B-FFC4-284E-EC5B-720AED9F6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0C26-E425-4433-A00F-528694F33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95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A1669B-604E-78C9-D9D5-D123F1530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32C22-938F-42D3-8C5F-50405137B97D}" type="datetimeFigureOut">
              <a:rPr lang="en-US" smtClean="0"/>
              <a:t>11/1/25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9A1B6F-6CFB-B6DD-2F40-E2FBC0B31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05E49-CA8F-892F-009B-95A0CB099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0C26-E425-4433-A00F-528694F33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361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D4980-F34F-37A1-3F85-87A911512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E856C-0B3F-0C18-DCEF-CD2C11735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67C715-287F-654B-F87B-ABB77FAF1D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D20EA-EB9F-549F-EAAE-0B91CAF97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32C22-938F-42D3-8C5F-50405137B97D}" type="datetimeFigureOut">
              <a:rPr lang="en-US" smtClean="0"/>
              <a:t>11/1/25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0FEA7D-0A69-15C2-100B-C95A869F4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279887-FACE-06D1-54B4-ADD6492A6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0C26-E425-4433-A00F-528694F33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452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21A37-80B6-3411-CBF2-1BAF31804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C1FFB6-0DD5-ADF7-62A3-FDEF2F232A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410E37-40AA-6001-FAC2-92BEF4AA8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B1B861-652D-061E-978A-5C29E0DF5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32C22-938F-42D3-8C5F-50405137B97D}" type="datetimeFigureOut">
              <a:rPr lang="en-US" smtClean="0"/>
              <a:t>11/1/25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651B27-9BA8-B751-AAF5-CB759E95C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A6E10A-7EC3-6334-3D71-315685019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0C26-E425-4433-A00F-528694F33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382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49FE1-E275-FAC1-8455-38A5AB266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2DC0FD-B3BE-BAF8-30B6-6333BEB004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39113-7DB5-23ED-77FA-A1452DEAF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32C22-938F-42D3-8C5F-50405137B97D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6F2F7-19FC-D909-D8BE-46FEB69A2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1924C-6F6F-9383-1B42-1ECF76973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0C26-E425-4433-A00F-528694F33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402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E5FFE-294C-D35A-8DFD-2F42BE0B10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CDFC4C-E4EB-986B-41D3-483251FEA4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89F86-3D86-3177-195D-7BFF9531E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32C22-938F-42D3-8C5F-50405137B97D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07598-4605-154A-5838-7ABE1014D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180E4-9F2C-7AD9-1CFB-0F6EADD33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0C26-E425-4433-A00F-528694F33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96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E43C86-A06C-41A7-8779-768C220F3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201FB9-EA78-73B9-7635-4FEBE59CB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299FA-7AB6-DDFC-307B-6D3E1CA374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E32C22-938F-42D3-8C5F-50405137B97D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FB147-0654-2C6D-EAA7-710B8BA50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017FD-5480-4A7E-7D46-C256A5EABA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2E0C26-E425-4433-A00F-528694F33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051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1.png"/><Relationship Id="rId7" Type="http://schemas.openxmlformats.org/officeDocument/2006/relationships/image" Target="../media/image5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8.png"/><Relationship Id="rId11" Type="http://schemas.openxmlformats.org/officeDocument/2006/relationships/image" Target="../media/image460.png"/><Relationship Id="rId5" Type="http://schemas.openxmlformats.org/officeDocument/2006/relationships/image" Target="../media/image57.png"/><Relationship Id="rId4" Type="http://schemas.openxmlformats.org/officeDocument/2006/relationships/image" Target="../media/image2.png"/><Relationship Id="rId9" Type="http://schemas.openxmlformats.org/officeDocument/2006/relationships/image" Target="../media/image6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42A0A-1A0F-9941-B2C8-508FC3A64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1ABF996-6288-0552-11DB-45562D7A9A94}"/>
              </a:ext>
            </a:extLst>
          </p:cNvPr>
          <p:cNvSpPr/>
          <p:nvPr/>
        </p:nvSpPr>
        <p:spPr>
          <a:xfrm>
            <a:off x="676656" y="822960"/>
            <a:ext cx="6272784" cy="5632703"/>
          </a:xfrm>
          <a:prstGeom prst="roundRect">
            <a:avLst>
              <a:gd name="adj" fmla="val 8192"/>
            </a:avLst>
          </a:prstGeom>
          <a:solidFill>
            <a:schemeClr val="accent1">
              <a:alpha val="1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9A1C485B-03EB-8EF6-DC08-6595D873FF94}"/>
              </a:ext>
            </a:extLst>
          </p:cNvPr>
          <p:cNvSpPr/>
          <p:nvPr/>
        </p:nvSpPr>
        <p:spPr>
          <a:xfrm>
            <a:off x="8394261" y="3207024"/>
            <a:ext cx="1651123" cy="1088950"/>
          </a:xfrm>
          <a:prstGeom prst="roundRect">
            <a:avLst/>
          </a:prstGeom>
          <a:solidFill>
            <a:schemeClr val="accent1">
              <a:alpha val="50073"/>
            </a:schemeClr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RNN Model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B0A5A13-8200-CBDF-5BCF-E76B8EDAF3FF}"/>
              </a:ext>
            </a:extLst>
          </p:cNvPr>
          <p:cNvCxnSpPr>
            <a:cxnSpLocks/>
          </p:cNvCxnSpPr>
          <p:nvPr/>
        </p:nvCxnSpPr>
        <p:spPr>
          <a:xfrm>
            <a:off x="9243487" y="2605226"/>
            <a:ext cx="0" cy="61436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4F0D5EF-5B37-668D-E902-1F12952BB368}"/>
              </a:ext>
            </a:extLst>
          </p:cNvPr>
          <p:cNvCxnSpPr>
            <a:cxnSpLocks/>
          </p:cNvCxnSpPr>
          <p:nvPr/>
        </p:nvCxnSpPr>
        <p:spPr>
          <a:xfrm>
            <a:off x="9237218" y="4308661"/>
            <a:ext cx="0" cy="61436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37122377-6BDC-DB22-F4BA-6E4B8EFB44C1}"/>
              </a:ext>
            </a:extLst>
          </p:cNvPr>
          <p:cNvSpPr txBox="1"/>
          <p:nvPr/>
        </p:nvSpPr>
        <p:spPr>
          <a:xfrm>
            <a:off x="8811452" y="2100362"/>
            <a:ext cx="1031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Input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38A6335-BC00-595E-ABA3-BC12E4D73AE8}"/>
              </a:ext>
            </a:extLst>
          </p:cNvPr>
          <p:cNvSpPr txBox="1"/>
          <p:nvPr/>
        </p:nvSpPr>
        <p:spPr>
          <a:xfrm>
            <a:off x="8688089" y="4905826"/>
            <a:ext cx="1357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Output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36152D4-7292-1B48-60AF-015F571079D5}"/>
              </a:ext>
            </a:extLst>
          </p:cNvPr>
          <p:cNvSpPr txBox="1"/>
          <p:nvPr/>
        </p:nvSpPr>
        <p:spPr>
          <a:xfrm>
            <a:off x="10250823" y="2100362"/>
            <a:ext cx="16385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Recurrent State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F3FFE60-4AB8-A8B3-DD06-4A361F490CD1}"/>
              </a:ext>
            </a:extLst>
          </p:cNvPr>
          <p:cNvSpPr/>
          <p:nvPr/>
        </p:nvSpPr>
        <p:spPr>
          <a:xfrm>
            <a:off x="2266711" y="5138982"/>
            <a:ext cx="2724912" cy="707887"/>
          </a:xfrm>
          <a:prstGeom prst="roundRect">
            <a:avLst>
              <a:gd name="adj" fmla="val 19508"/>
            </a:avLst>
          </a:prstGeom>
          <a:solidFill>
            <a:schemeClr val="accent5">
              <a:alpha val="6023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 Layer</a:t>
            </a:r>
          </a:p>
          <a:p>
            <a:pPr algn="ctr"/>
            <a:r>
              <a:rPr lang="en-US" dirty="0"/>
              <a:t>(1 Cell, Linear Activation)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EFAE1A-925B-7F94-3CB7-3530D5AB3E05}"/>
              </a:ext>
            </a:extLst>
          </p:cNvPr>
          <p:cNvSpPr txBox="1"/>
          <p:nvPr/>
        </p:nvSpPr>
        <p:spPr>
          <a:xfrm>
            <a:off x="4591702" y="974608"/>
            <a:ext cx="302639" cy="7078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sz="2800" b="0" dirty="0"/>
          </a:p>
          <a:p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218ED45-A8B3-28C0-7EDF-DB1ECB87C9A4}"/>
              </a:ext>
            </a:extLst>
          </p:cNvPr>
          <p:cNvSpPr/>
          <p:nvPr/>
        </p:nvSpPr>
        <p:spPr>
          <a:xfrm>
            <a:off x="1415700" y="2605226"/>
            <a:ext cx="4443973" cy="707886"/>
          </a:xfrm>
          <a:prstGeom prst="roundRect">
            <a:avLst>
              <a:gd name="adj" fmla="val 19508"/>
            </a:avLst>
          </a:prstGeom>
          <a:solidFill>
            <a:schemeClr val="accent6">
              <a:alpha val="6023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Dense Layer</a:t>
            </a:r>
          </a:p>
          <a:p>
            <a:pPr algn="ctr"/>
            <a:r>
              <a:rPr lang="en-US" dirty="0"/>
              <a:t>(32 Cells, </a:t>
            </a:r>
            <a:r>
              <a:rPr lang="en-US" dirty="0" err="1"/>
              <a:t>ReLU</a:t>
            </a:r>
            <a:r>
              <a:rPr lang="en-US" dirty="0"/>
              <a:t> Activation)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417743C-6890-902B-9A44-805CA1E41956}"/>
              </a:ext>
            </a:extLst>
          </p:cNvPr>
          <p:cNvSpPr/>
          <p:nvPr/>
        </p:nvSpPr>
        <p:spPr>
          <a:xfrm>
            <a:off x="929372" y="1359932"/>
            <a:ext cx="5399592" cy="704564"/>
          </a:xfrm>
          <a:prstGeom prst="roundRect">
            <a:avLst>
              <a:gd name="adj" fmla="val 19508"/>
            </a:avLst>
          </a:prstGeom>
          <a:solidFill>
            <a:schemeClr val="accent2">
              <a:alpha val="6023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Recurrent Layer</a:t>
            </a:r>
            <a:br>
              <a:rPr lang="en-US" dirty="0"/>
            </a:br>
            <a:r>
              <a:rPr lang="en-US" dirty="0"/>
              <a:t>(64 Cells, Tanh Activation)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9F24BDC-52AC-D36A-C641-0779006D0063}"/>
              </a:ext>
            </a:extLst>
          </p:cNvPr>
          <p:cNvSpPr/>
          <p:nvPr/>
        </p:nvSpPr>
        <p:spPr>
          <a:xfrm>
            <a:off x="1909474" y="3886963"/>
            <a:ext cx="3364992" cy="707886"/>
          </a:xfrm>
          <a:prstGeom prst="roundRect">
            <a:avLst>
              <a:gd name="adj" fmla="val 19508"/>
            </a:avLst>
          </a:prstGeom>
          <a:solidFill>
            <a:schemeClr val="accent6">
              <a:alpha val="6023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Dense Layer</a:t>
            </a:r>
          </a:p>
          <a:p>
            <a:pPr algn="ctr"/>
            <a:r>
              <a:rPr lang="en-US" dirty="0"/>
              <a:t>(16 Cells, </a:t>
            </a:r>
            <a:r>
              <a:rPr lang="en-US" dirty="0" err="1"/>
              <a:t>ReLU</a:t>
            </a:r>
            <a:r>
              <a:rPr lang="en-US" dirty="0"/>
              <a:t> Activation)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92B39D22-7577-B1D8-1D16-0C0B3FA5EA20}"/>
              </a:ext>
            </a:extLst>
          </p:cNvPr>
          <p:cNvSpPr/>
          <p:nvPr/>
        </p:nvSpPr>
        <p:spPr>
          <a:xfrm rot="5400000">
            <a:off x="3446262" y="4642589"/>
            <a:ext cx="365815" cy="448653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FE3C65B7-0B0B-BC56-DAA6-85411EB309BC}"/>
              </a:ext>
            </a:extLst>
          </p:cNvPr>
          <p:cNvSpPr/>
          <p:nvPr/>
        </p:nvSpPr>
        <p:spPr>
          <a:xfrm rot="5400000">
            <a:off x="3446262" y="3390571"/>
            <a:ext cx="365815" cy="448653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B3E0BDC0-F6D4-12D4-D02D-53ED8A025639}"/>
              </a:ext>
            </a:extLst>
          </p:cNvPr>
          <p:cNvSpPr/>
          <p:nvPr/>
        </p:nvSpPr>
        <p:spPr>
          <a:xfrm rot="5400000">
            <a:off x="3446261" y="2138553"/>
            <a:ext cx="365815" cy="448653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D281D693-A0F8-90C9-851F-C70C579999B5}"/>
              </a:ext>
            </a:extLst>
          </p:cNvPr>
          <p:cNvCxnSpPr>
            <a:cxnSpLocks/>
          </p:cNvCxnSpPr>
          <p:nvPr/>
        </p:nvCxnSpPr>
        <p:spPr>
          <a:xfrm flipH="1" flipV="1">
            <a:off x="6060957" y="1359932"/>
            <a:ext cx="287382" cy="286160"/>
          </a:xfrm>
          <a:prstGeom prst="curvedConnector4">
            <a:avLst>
              <a:gd name="adj1" fmla="val -123154"/>
              <a:gd name="adj2" fmla="val 214835"/>
            </a:avLst>
          </a:prstGeom>
          <a:ln w="508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ight Arrow 18">
            <a:extLst>
              <a:ext uri="{FF2B5EF4-FFF2-40B4-BE49-F238E27FC236}">
                <a16:creationId xmlns:a16="http://schemas.microsoft.com/office/drawing/2014/main" id="{0D5F92FC-CC41-AD53-6C2F-B4AF78064A78}"/>
              </a:ext>
            </a:extLst>
          </p:cNvPr>
          <p:cNvSpPr/>
          <p:nvPr/>
        </p:nvSpPr>
        <p:spPr>
          <a:xfrm rot="5400000">
            <a:off x="3446259" y="5910100"/>
            <a:ext cx="365815" cy="448653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CC929F1-F280-7203-2663-4F50397908D5}"/>
              </a:ext>
            </a:extLst>
          </p:cNvPr>
          <p:cNvCxnSpPr>
            <a:cxnSpLocks/>
          </p:cNvCxnSpPr>
          <p:nvPr/>
        </p:nvCxnSpPr>
        <p:spPr>
          <a:xfrm flipH="1" flipV="1">
            <a:off x="6903308" y="1087395"/>
            <a:ext cx="1500739" cy="2225717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F13EE9B-B074-D4D7-DC1F-312AC766D396}"/>
              </a:ext>
            </a:extLst>
          </p:cNvPr>
          <p:cNvCxnSpPr>
            <a:cxnSpLocks/>
          </p:cNvCxnSpPr>
          <p:nvPr/>
        </p:nvCxnSpPr>
        <p:spPr>
          <a:xfrm flipH="1">
            <a:off x="6903308" y="4240906"/>
            <a:ext cx="1500739" cy="1953948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>
            <a:extLst>
              <a:ext uri="{FF2B5EF4-FFF2-40B4-BE49-F238E27FC236}">
                <a16:creationId xmlns:a16="http://schemas.microsoft.com/office/drawing/2014/main" id="{7EB11B2C-6455-5494-400F-1A0BD8F01CED}"/>
              </a:ext>
            </a:extLst>
          </p:cNvPr>
          <p:cNvCxnSpPr>
            <a:cxnSpLocks/>
            <a:stCxn id="57" idx="3"/>
          </p:cNvCxnSpPr>
          <p:nvPr/>
        </p:nvCxnSpPr>
        <p:spPr>
          <a:xfrm flipH="1" flipV="1">
            <a:off x="9493814" y="3186728"/>
            <a:ext cx="551570" cy="564771"/>
          </a:xfrm>
          <a:prstGeom prst="curvedConnector4">
            <a:avLst>
              <a:gd name="adj1" fmla="val -64654"/>
              <a:gd name="adj2" fmla="val 172680"/>
            </a:avLst>
          </a:prstGeom>
          <a:ln w="762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3312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38B37-0E82-8581-8930-0523DA9D6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7925B22-1D32-A907-7C34-C174D2821BC0}"/>
              </a:ext>
            </a:extLst>
          </p:cNvPr>
          <p:cNvSpPr/>
          <p:nvPr/>
        </p:nvSpPr>
        <p:spPr>
          <a:xfrm>
            <a:off x="1609291" y="1064781"/>
            <a:ext cx="8074386" cy="2091049"/>
          </a:xfrm>
          <a:prstGeom prst="roundRect">
            <a:avLst/>
          </a:prstGeom>
          <a:solidFill>
            <a:schemeClr val="accent5">
              <a:lumMod val="60000"/>
              <a:lumOff val="40000"/>
              <a:alpha val="5092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 red line graph on a white background&#10;&#10;AI-generated content may be incorrect.">
            <a:extLst>
              <a:ext uri="{FF2B5EF4-FFF2-40B4-BE49-F238E27FC236}">
                <a16:creationId xmlns:a16="http://schemas.microsoft.com/office/drawing/2014/main" id="{EC92A50F-37FE-40CB-055F-9FAE38DCD6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6466" y="1479249"/>
            <a:ext cx="7315200" cy="1371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281F03-E43A-7C8E-AA48-54618CDB0AE8}"/>
                  </a:ext>
                </a:extLst>
              </p:cNvPr>
              <p:cNvSpPr txBox="1"/>
              <p:nvPr/>
            </p:nvSpPr>
            <p:spPr>
              <a:xfrm flipH="1">
                <a:off x="5418725" y="2803756"/>
                <a:ext cx="545647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281F03-E43A-7C8E-AA48-54618CDB0A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418725" y="2803756"/>
                <a:ext cx="545647" cy="492443"/>
              </a:xfrm>
              <a:prstGeom prst="rect">
                <a:avLst/>
              </a:prstGeom>
              <a:blipFill>
                <a:blip r:embed="rId3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2654AA7-7D75-3455-A3F3-37DE5401E122}"/>
              </a:ext>
            </a:extLst>
          </p:cNvPr>
          <p:cNvCxnSpPr>
            <a:cxnSpLocks/>
          </p:cNvCxnSpPr>
          <p:nvPr/>
        </p:nvCxnSpPr>
        <p:spPr>
          <a:xfrm flipV="1">
            <a:off x="1520750" y="6668637"/>
            <a:ext cx="8482714" cy="6632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8A8B903-E3D1-CD55-0A27-774810A81D50}"/>
              </a:ext>
            </a:extLst>
          </p:cNvPr>
          <p:cNvSpPr txBox="1"/>
          <p:nvPr/>
        </p:nvSpPr>
        <p:spPr>
          <a:xfrm>
            <a:off x="9668775" y="6199548"/>
            <a:ext cx="1031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Time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8CCF04F-AE63-F52A-DA48-EAAEE99B0D26}"/>
              </a:ext>
            </a:extLst>
          </p:cNvPr>
          <p:cNvSpPr/>
          <p:nvPr/>
        </p:nvSpPr>
        <p:spPr>
          <a:xfrm>
            <a:off x="1609291" y="4429166"/>
            <a:ext cx="8074386" cy="2150719"/>
          </a:xfrm>
          <a:prstGeom prst="roundRect">
            <a:avLst/>
          </a:prstGeom>
          <a:solidFill>
            <a:schemeClr val="accent1">
              <a:lumMod val="60000"/>
              <a:lumOff val="40000"/>
              <a:alpha val="5092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 descr="A line of a curve&#10;&#10;AI-generated content may be incorrect.">
            <a:extLst>
              <a:ext uri="{FF2B5EF4-FFF2-40B4-BE49-F238E27FC236}">
                <a16:creationId xmlns:a16="http://schemas.microsoft.com/office/drawing/2014/main" id="{117B27F7-F08E-7E2B-8787-EECFD092C8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372" y="4680124"/>
            <a:ext cx="7315200" cy="1828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A1EEB9-BBC2-7BB5-263B-17ADB7534103}"/>
              </a:ext>
            </a:extLst>
          </p:cNvPr>
          <p:cNvSpPr txBox="1"/>
          <p:nvPr/>
        </p:nvSpPr>
        <p:spPr>
          <a:xfrm>
            <a:off x="1702477" y="1174753"/>
            <a:ext cx="13183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Weather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DFF0BD-3BAA-9542-4D33-44D9B91AA3F8}"/>
              </a:ext>
            </a:extLst>
          </p:cNvPr>
          <p:cNvSpPr txBox="1"/>
          <p:nvPr/>
        </p:nvSpPr>
        <p:spPr>
          <a:xfrm>
            <a:off x="1822930" y="4385900"/>
            <a:ext cx="1851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FMC Prediction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A95AF8D-C70A-24B0-B0D3-DA6590104A97}"/>
              </a:ext>
            </a:extLst>
          </p:cNvPr>
          <p:cNvSpPr/>
          <p:nvPr/>
        </p:nvSpPr>
        <p:spPr>
          <a:xfrm>
            <a:off x="2376507" y="3451162"/>
            <a:ext cx="1031966" cy="574766"/>
          </a:xfrm>
          <a:prstGeom prst="roundRect">
            <a:avLst/>
          </a:prstGeom>
          <a:solidFill>
            <a:schemeClr val="accent1">
              <a:alpha val="78101"/>
            </a:schemeClr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512446A-30DE-E52E-207F-5D4E72499E10}"/>
              </a:ext>
            </a:extLst>
          </p:cNvPr>
          <p:cNvCxnSpPr>
            <a:cxnSpLocks/>
          </p:cNvCxnSpPr>
          <p:nvPr/>
        </p:nvCxnSpPr>
        <p:spPr>
          <a:xfrm>
            <a:off x="2892490" y="2659224"/>
            <a:ext cx="0" cy="791938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3AC3431-4A56-32BF-E7CB-15FF4ADAB059}"/>
              </a:ext>
            </a:extLst>
          </p:cNvPr>
          <p:cNvCxnSpPr>
            <a:cxnSpLocks/>
          </p:cNvCxnSpPr>
          <p:nvPr/>
        </p:nvCxnSpPr>
        <p:spPr>
          <a:xfrm>
            <a:off x="2892490" y="4025928"/>
            <a:ext cx="0" cy="35997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C3035A9-397E-8AF1-BDD2-0308E418B8C0}"/>
                  </a:ext>
                </a:extLst>
              </p:cNvPr>
              <p:cNvSpPr txBox="1"/>
              <p:nvPr/>
            </p:nvSpPr>
            <p:spPr>
              <a:xfrm>
                <a:off x="3544488" y="3331012"/>
                <a:ext cx="51158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C3035A9-397E-8AF1-BDD2-0308E418B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488" y="3331012"/>
                <a:ext cx="511580" cy="307777"/>
              </a:xfrm>
              <a:prstGeom prst="rect">
                <a:avLst/>
              </a:prstGeom>
              <a:blipFill>
                <a:blip r:embed="rId5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C13C042-7048-D3FE-CA46-351467A5273A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408473" y="3738545"/>
            <a:ext cx="802713" cy="0"/>
          </a:xfrm>
          <a:prstGeom prst="straightConnector1">
            <a:avLst/>
          </a:prstGeom>
          <a:ln w="508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307A603-3ED8-09D6-8543-FB589DD08BB5}"/>
              </a:ext>
            </a:extLst>
          </p:cNvPr>
          <p:cNvCxnSpPr>
            <a:cxnSpLocks/>
          </p:cNvCxnSpPr>
          <p:nvPr/>
        </p:nvCxnSpPr>
        <p:spPr>
          <a:xfrm>
            <a:off x="1520750" y="3738545"/>
            <a:ext cx="802713" cy="0"/>
          </a:xfrm>
          <a:prstGeom prst="straightConnector1">
            <a:avLst/>
          </a:prstGeom>
          <a:ln w="508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F87A151-3581-2A0A-EAF0-8E2139993A27}"/>
                  </a:ext>
                </a:extLst>
              </p:cNvPr>
              <p:cNvSpPr txBox="1"/>
              <p:nvPr/>
            </p:nvSpPr>
            <p:spPr>
              <a:xfrm>
                <a:off x="1713687" y="3331012"/>
                <a:ext cx="570766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F87A151-3581-2A0A-EAF0-8E2139993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687" y="3331012"/>
                <a:ext cx="570766" cy="307777"/>
              </a:xfrm>
              <a:prstGeom prst="rect">
                <a:avLst/>
              </a:prstGeom>
              <a:blipFill>
                <a:blip r:embed="rId6"/>
                <a:stretch>
                  <a:fillRect l="-10870" r="-13043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FE59676-4884-2ACE-A142-974C5D378110}"/>
              </a:ext>
            </a:extLst>
          </p:cNvPr>
          <p:cNvSpPr/>
          <p:nvPr/>
        </p:nvSpPr>
        <p:spPr>
          <a:xfrm>
            <a:off x="4250744" y="3451162"/>
            <a:ext cx="1031966" cy="574766"/>
          </a:xfrm>
          <a:prstGeom prst="roundRect">
            <a:avLst/>
          </a:prstGeom>
          <a:solidFill>
            <a:schemeClr val="accent1">
              <a:alpha val="78101"/>
            </a:schemeClr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DEFDCFE-7577-87B9-7C8A-95633F97A364}"/>
              </a:ext>
            </a:extLst>
          </p:cNvPr>
          <p:cNvCxnSpPr>
            <a:cxnSpLocks/>
          </p:cNvCxnSpPr>
          <p:nvPr/>
        </p:nvCxnSpPr>
        <p:spPr>
          <a:xfrm>
            <a:off x="4766727" y="2659224"/>
            <a:ext cx="0" cy="791938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7B81098-2AA9-9AEC-969B-E5E00943A4B1}"/>
              </a:ext>
            </a:extLst>
          </p:cNvPr>
          <p:cNvCxnSpPr>
            <a:cxnSpLocks/>
          </p:cNvCxnSpPr>
          <p:nvPr/>
        </p:nvCxnSpPr>
        <p:spPr>
          <a:xfrm>
            <a:off x="4766727" y="4025928"/>
            <a:ext cx="0" cy="35997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CB7ED9-34A0-2946-6582-C16C3A1875C1}"/>
                  </a:ext>
                </a:extLst>
              </p:cNvPr>
              <p:cNvSpPr txBox="1"/>
              <p:nvPr/>
            </p:nvSpPr>
            <p:spPr>
              <a:xfrm>
                <a:off x="5418724" y="3331012"/>
                <a:ext cx="648943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CB7ED9-34A0-2946-6582-C16C3A187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8724" y="3331012"/>
                <a:ext cx="648943" cy="307777"/>
              </a:xfrm>
              <a:prstGeom prst="rect">
                <a:avLst/>
              </a:prstGeom>
              <a:blipFill>
                <a:blip r:embed="rId7"/>
                <a:stretch>
                  <a:fillRect l="-3846" r="-5769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F2407EB-02A3-F05A-E46B-3875E1B2817A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5282710" y="3738545"/>
            <a:ext cx="802713" cy="0"/>
          </a:xfrm>
          <a:prstGeom prst="straightConnector1">
            <a:avLst/>
          </a:prstGeom>
          <a:ln w="508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5AD4756-145A-543E-C5D5-E70DA51F93DE}"/>
              </a:ext>
            </a:extLst>
          </p:cNvPr>
          <p:cNvSpPr/>
          <p:nvPr/>
        </p:nvSpPr>
        <p:spPr>
          <a:xfrm>
            <a:off x="6116534" y="3451162"/>
            <a:ext cx="1031966" cy="574766"/>
          </a:xfrm>
          <a:prstGeom prst="roundRect">
            <a:avLst/>
          </a:prstGeom>
          <a:solidFill>
            <a:schemeClr val="accent1">
              <a:alpha val="78101"/>
            </a:schemeClr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F384F02-C9DF-F27F-A7E9-E95BF66DAB98}"/>
              </a:ext>
            </a:extLst>
          </p:cNvPr>
          <p:cNvCxnSpPr>
            <a:cxnSpLocks/>
          </p:cNvCxnSpPr>
          <p:nvPr/>
        </p:nvCxnSpPr>
        <p:spPr>
          <a:xfrm>
            <a:off x="6632517" y="2659224"/>
            <a:ext cx="0" cy="791938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0AD6E5F-6611-2F3D-AAEB-447E7EAA2E95}"/>
              </a:ext>
            </a:extLst>
          </p:cNvPr>
          <p:cNvCxnSpPr>
            <a:cxnSpLocks/>
          </p:cNvCxnSpPr>
          <p:nvPr/>
        </p:nvCxnSpPr>
        <p:spPr>
          <a:xfrm>
            <a:off x="6632517" y="4025928"/>
            <a:ext cx="0" cy="35997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6CC349E-E91B-6073-92ED-7E5183174570}"/>
                  </a:ext>
                </a:extLst>
              </p:cNvPr>
              <p:cNvSpPr txBox="1"/>
              <p:nvPr/>
            </p:nvSpPr>
            <p:spPr>
              <a:xfrm>
                <a:off x="7284514" y="3331012"/>
                <a:ext cx="64894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6CC349E-E91B-6073-92ED-7E5183174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4514" y="3331012"/>
                <a:ext cx="648941" cy="307777"/>
              </a:xfrm>
              <a:prstGeom prst="rect">
                <a:avLst/>
              </a:prstGeom>
              <a:blipFill>
                <a:blip r:embed="rId8"/>
                <a:stretch>
                  <a:fillRect l="-3846" r="-5769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6964FDB-587C-16EC-2F5D-23F81511B62E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7148500" y="3738545"/>
            <a:ext cx="802713" cy="0"/>
          </a:xfrm>
          <a:prstGeom prst="straightConnector1">
            <a:avLst/>
          </a:prstGeom>
          <a:ln w="508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87270D2-0154-9CB0-1CAB-5CF28FA4EB7D}"/>
              </a:ext>
            </a:extLst>
          </p:cNvPr>
          <p:cNvSpPr/>
          <p:nvPr/>
        </p:nvSpPr>
        <p:spPr>
          <a:xfrm>
            <a:off x="7982324" y="3435001"/>
            <a:ext cx="1031966" cy="574766"/>
          </a:xfrm>
          <a:prstGeom prst="roundRect">
            <a:avLst/>
          </a:prstGeom>
          <a:solidFill>
            <a:schemeClr val="accent1">
              <a:alpha val="78101"/>
            </a:schemeClr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882E169-30EA-287D-8500-10D7A9C6574A}"/>
              </a:ext>
            </a:extLst>
          </p:cNvPr>
          <p:cNvCxnSpPr>
            <a:cxnSpLocks/>
          </p:cNvCxnSpPr>
          <p:nvPr/>
        </p:nvCxnSpPr>
        <p:spPr>
          <a:xfrm>
            <a:off x="8498307" y="2659224"/>
            <a:ext cx="0" cy="775777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4F9E449-44FA-C765-FA0B-D965172EF307}"/>
              </a:ext>
            </a:extLst>
          </p:cNvPr>
          <p:cNvCxnSpPr>
            <a:cxnSpLocks/>
          </p:cNvCxnSpPr>
          <p:nvPr/>
        </p:nvCxnSpPr>
        <p:spPr>
          <a:xfrm>
            <a:off x="8498307" y="4009767"/>
            <a:ext cx="0" cy="37613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AC733C4-2746-CA28-3340-014A5694AAF6}"/>
                  </a:ext>
                </a:extLst>
              </p:cNvPr>
              <p:cNvSpPr txBox="1"/>
              <p:nvPr/>
            </p:nvSpPr>
            <p:spPr>
              <a:xfrm>
                <a:off x="9150304" y="3314851"/>
                <a:ext cx="648939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AC733C4-2746-CA28-3340-014A5694A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0304" y="3314851"/>
                <a:ext cx="648939" cy="307777"/>
              </a:xfrm>
              <a:prstGeom prst="rect">
                <a:avLst/>
              </a:prstGeom>
              <a:blipFill>
                <a:blip r:embed="rId9"/>
                <a:stretch>
                  <a:fillRect l="-3846" r="-5769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A9D706B-9F88-19C4-FCD3-39528C4F84D6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9014290" y="3722384"/>
            <a:ext cx="802713" cy="0"/>
          </a:xfrm>
          <a:prstGeom prst="straightConnector1">
            <a:avLst/>
          </a:prstGeom>
          <a:ln w="508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7B23992-48A0-6D2B-FC39-F70B68963B82}"/>
              </a:ext>
            </a:extLst>
          </p:cNvPr>
          <p:cNvSpPr txBox="1"/>
          <p:nvPr/>
        </p:nvSpPr>
        <p:spPr>
          <a:xfrm>
            <a:off x="-14283" y="3248963"/>
            <a:ext cx="1761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Recurrent State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7871B4D9-0E5B-ADE1-B780-F3327BB681F6}"/>
              </a:ext>
            </a:extLst>
          </p:cNvPr>
          <p:cNvSpPr/>
          <p:nvPr/>
        </p:nvSpPr>
        <p:spPr>
          <a:xfrm>
            <a:off x="38400" y="3217412"/>
            <a:ext cx="1535394" cy="435177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361BFD3-5D23-87D0-D5DD-335A4244CC8A}"/>
                  </a:ext>
                </a:extLst>
              </p:cNvPr>
              <p:cNvSpPr txBox="1"/>
              <p:nvPr/>
            </p:nvSpPr>
            <p:spPr>
              <a:xfrm>
                <a:off x="1046219" y="6365557"/>
                <a:ext cx="54287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DD16894-FC8E-3F3F-4BE0-3784EEEE6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219" y="6365557"/>
                <a:ext cx="542870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8912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A175C-4645-290C-5DA0-6D2E7E879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278B7-18A9-702A-A73A-B416B9FEF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80" y="75786"/>
            <a:ext cx="10515600" cy="1325563"/>
          </a:xfrm>
        </p:spPr>
        <p:txBody>
          <a:bodyPr/>
          <a:lstStyle/>
          <a:p>
            <a:r>
              <a:rPr lang="en-US" dirty="0"/>
              <a:t>Activation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5B0919-990E-F4D9-0D2B-198677D78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936" y="842549"/>
            <a:ext cx="1308100" cy="558800"/>
          </a:xfrm>
          <a:prstGeom prst="rect">
            <a:avLst/>
          </a:prstGeom>
        </p:spPr>
      </p:pic>
      <p:pic>
        <p:nvPicPr>
          <p:cNvPr id="8" name="Picture 7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36D6CD01-C940-C0D8-628B-72837D2C2C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468" y="2081229"/>
            <a:ext cx="3162300" cy="2997200"/>
          </a:xfrm>
          <a:prstGeom prst="rect">
            <a:avLst/>
          </a:prstGeom>
        </p:spPr>
      </p:pic>
      <p:pic>
        <p:nvPicPr>
          <p:cNvPr id="10" name="Picture 9" descr="A line graph with numbers&#10;&#10;AI-generated content may be incorrect.">
            <a:extLst>
              <a:ext uri="{FF2B5EF4-FFF2-40B4-BE49-F238E27FC236}">
                <a16:creationId xmlns:a16="http://schemas.microsoft.com/office/drawing/2014/main" id="{54856399-1793-C30A-9610-1FF46FC80B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246" y="2081229"/>
            <a:ext cx="3543300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610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E5600-DCE4-6EE2-38F7-DFD02B24B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0F9FA-9709-128A-FED7-CB39D8382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80" y="75786"/>
            <a:ext cx="10515600" cy="1325563"/>
          </a:xfrm>
        </p:spPr>
        <p:txBody>
          <a:bodyPr/>
          <a:lstStyle/>
          <a:p>
            <a:r>
              <a:rPr lang="en-US" dirty="0"/>
              <a:t>Loss Calculation</a:t>
            </a:r>
          </a:p>
        </p:txBody>
      </p:sp>
      <p:pic>
        <p:nvPicPr>
          <p:cNvPr id="10" name="Picture 9" descr="A graph with green and black lines&#10;&#10;AI-generated content may be incorrect.">
            <a:extLst>
              <a:ext uri="{FF2B5EF4-FFF2-40B4-BE49-F238E27FC236}">
                <a16:creationId xmlns:a16="http://schemas.microsoft.com/office/drawing/2014/main" id="{3196687C-1B0E-26CD-FA41-9701D554F6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75151"/>
            <a:ext cx="5842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129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D8818-F675-E8B7-6BE4-82AB834BF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A9C35-A47F-A9E0-0C2F-CA8088480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910" y="149135"/>
            <a:ext cx="10515600" cy="1325563"/>
          </a:xfrm>
        </p:spPr>
        <p:txBody>
          <a:bodyPr/>
          <a:lstStyle/>
          <a:p>
            <a:r>
              <a:rPr lang="en-US" dirty="0"/>
              <a:t>Spatiotemporal CV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6D5C3F-E854-831C-F66B-B87B70DDF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21" y="2486277"/>
            <a:ext cx="5080000" cy="3810000"/>
          </a:xfrm>
          <a:prstGeom prst="rect">
            <a:avLst/>
          </a:prstGeom>
        </p:spPr>
      </p:pic>
      <p:sp>
        <p:nvSpPr>
          <p:cNvPr id="9" name="Flowchart: Connector 10">
            <a:extLst>
              <a:ext uri="{FF2B5EF4-FFF2-40B4-BE49-F238E27FC236}">
                <a16:creationId xmlns:a16="http://schemas.microsoft.com/office/drawing/2014/main" id="{EFE25A8A-E7EE-6E3F-3842-8B80DD820622}"/>
              </a:ext>
            </a:extLst>
          </p:cNvPr>
          <p:cNvSpPr/>
          <p:nvPr/>
        </p:nvSpPr>
        <p:spPr>
          <a:xfrm>
            <a:off x="288259" y="2042813"/>
            <a:ext cx="207034" cy="194192"/>
          </a:xfrm>
          <a:prstGeom prst="flowChartConnector">
            <a:avLst/>
          </a:prstGeom>
          <a:solidFill>
            <a:srgbClr val="FF0000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12">
            <a:extLst>
              <a:ext uri="{FF2B5EF4-FFF2-40B4-BE49-F238E27FC236}">
                <a16:creationId xmlns:a16="http://schemas.microsoft.com/office/drawing/2014/main" id="{51955D17-9C95-E3CC-1F77-D46E17C69812}"/>
              </a:ext>
            </a:extLst>
          </p:cNvPr>
          <p:cNvSpPr/>
          <p:nvPr/>
        </p:nvSpPr>
        <p:spPr>
          <a:xfrm>
            <a:off x="288259" y="1793541"/>
            <a:ext cx="207034" cy="194192"/>
          </a:xfrm>
          <a:prstGeom prst="flowChartConnector">
            <a:avLst/>
          </a:prstGeom>
          <a:solidFill>
            <a:srgbClr val="0070C0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0E67F2-6408-BE80-C1B6-B37B839096E1}"/>
              </a:ext>
            </a:extLst>
          </p:cNvPr>
          <p:cNvSpPr txBox="1"/>
          <p:nvPr/>
        </p:nvSpPr>
        <p:spPr>
          <a:xfrm>
            <a:off x="453678" y="1690688"/>
            <a:ext cx="3786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Train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5C2981-587C-447B-7977-7A6C5C403018}"/>
              </a:ext>
            </a:extLst>
          </p:cNvPr>
          <p:cNvSpPr txBox="1"/>
          <p:nvPr/>
        </p:nvSpPr>
        <p:spPr>
          <a:xfrm>
            <a:off x="453678" y="1955243"/>
            <a:ext cx="276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Test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247833A-133E-CD4F-95B0-403835E7CBB7}"/>
              </a:ext>
            </a:extLst>
          </p:cNvPr>
          <p:cNvSpPr/>
          <p:nvPr/>
        </p:nvSpPr>
        <p:spPr>
          <a:xfrm>
            <a:off x="4068500" y="2920874"/>
            <a:ext cx="118533" cy="13123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BE4E97E-1515-8BE6-DA1A-2C0F0899EA10}"/>
              </a:ext>
            </a:extLst>
          </p:cNvPr>
          <p:cNvSpPr/>
          <p:nvPr/>
        </p:nvSpPr>
        <p:spPr>
          <a:xfrm>
            <a:off x="4290921" y="5367511"/>
            <a:ext cx="118533" cy="13123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6" name="Picture 1055" descr="A green line graph with numbers&#10;&#10;AI-generated content may be incorrect.">
            <a:extLst>
              <a:ext uri="{FF2B5EF4-FFF2-40B4-BE49-F238E27FC236}">
                <a16:creationId xmlns:a16="http://schemas.microsoft.com/office/drawing/2014/main" id="{F97E912C-3949-4E01-D682-C1A7D424D9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696" y="1273015"/>
            <a:ext cx="6309360" cy="2103120"/>
          </a:xfrm>
          <a:prstGeom prst="rect">
            <a:avLst/>
          </a:prstGeom>
        </p:spPr>
      </p:pic>
      <p:pic>
        <p:nvPicPr>
          <p:cNvPr id="1058" name="Picture 1057" descr="A graph showing a green line&#10;&#10;AI-generated content may be incorrect.">
            <a:extLst>
              <a:ext uri="{FF2B5EF4-FFF2-40B4-BE49-F238E27FC236}">
                <a16:creationId xmlns:a16="http://schemas.microsoft.com/office/drawing/2014/main" id="{89476EE1-3DDA-569F-2AB7-C239A48E77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696" y="4199639"/>
            <a:ext cx="6309360" cy="2103120"/>
          </a:xfrm>
          <a:prstGeom prst="rect">
            <a:avLst/>
          </a:prstGeom>
        </p:spPr>
      </p:pic>
      <p:cxnSp>
        <p:nvCxnSpPr>
          <p:cNvPr id="1059" name="Straight Connector 1058">
            <a:extLst>
              <a:ext uri="{FF2B5EF4-FFF2-40B4-BE49-F238E27FC236}">
                <a16:creationId xmlns:a16="http://schemas.microsoft.com/office/drawing/2014/main" id="{4D7DF873-C077-D0DF-F546-4EA88EDECBFF}"/>
              </a:ext>
            </a:extLst>
          </p:cNvPr>
          <p:cNvCxnSpPr>
            <a:cxnSpLocks/>
          </p:cNvCxnSpPr>
          <p:nvPr/>
        </p:nvCxnSpPr>
        <p:spPr>
          <a:xfrm flipH="1">
            <a:off x="4187033" y="1325880"/>
            <a:ext cx="1829719" cy="159499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0" name="Straight Connector 1059">
            <a:extLst>
              <a:ext uri="{FF2B5EF4-FFF2-40B4-BE49-F238E27FC236}">
                <a16:creationId xmlns:a16="http://schemas.microsoft.com/office/drawing/2014/main" id="{CE1BAD78-88B7-4B35-0623-5F879C768E8A}"/>
              </a:ext>
            </a:extLst>
          </p:cNvPr>
          <p:cNvCxnSpPr>
            <a:cxnSpLocks/>
          </p:cNvCxnSpPr>
          <p:nvPr/>
        </p:nvCxnSpPr>
        <p:spPr>
          <a:xfrm flipH="1">
            <a:off x="4187033" y="2971800"/>
            <a:ext cx="1820575" cy="803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1" name="Straight Connector 1060">
            <a:extLst>
              <a:ext uri="{FF2B5EF4-FFF2-40B4-BE49-F238E27FC236}">
                <a16:creationId xmlns:a16="http://schemas.microsoft.com/office/drawing/2014/main" id="{7BF821DF-6F3A-365A-D232-10491B1B67BB}"/>
              </a:ext>
            </a:extLst>
          </p:cNvPr>
          <p:cNvCxnSpPr>
            <a:cxnSpLocks/>
          </p:cNvCxnSpPr>
          <p:nvPr/>
        </p:nvCxnSpPr>
        <p:spPr>
          <a:xfrm flipH="1">
            <a:off x="4409454" y="4294208"/>
            <a:ext cx="1817726" cy="1073303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2" name="Straight Connector 1061">
            <a:extLst>
              <a:ext uri="{FF2B5EF4-FFF2-40B4-BE49-F238E27FC236}">
                <a16:creationId xmlns:a16="http://schemas.microsoft.com/office/drawing/2014/main" id="{71B425BA-5D3E-1F72-7606-68966D036513}"/>
              </a:ext>
            </a:extLst>
          </p:cNvPr>
          <p:cNvCxnSpPr>
            <a:cxnSpLocks/>
          </p:cNvCxnSpPr>
          <p:nvPr/>
        </p:nvCxnSpPr>
        <p:spPr>
          <a:xfrm flipH="1" flipV="1">
            <a:off x="4409454" y="5498744"/>
            <a:ext cx="1829300" cy="19600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63" name="Rectangle 1062">
            <a:extLst>
              <a:ext uri="{FF2B5EF4-FFF2-40B4-BE49-F238E27FC236}">
                <a16:creationId xmlns:a16="http://schemas.microsoft.com/office/drawing/2014/main" id="{4BCB5B78-790F-3A66-25F8-64A8491B283F}"/>
              </a:ext>
            </a:extLst>
          </p:cNvPr>
          <p:cNvSpPr/>
          <p:nvPr/>
        </p:nvSpPr>
        <p:spPr>
          <a:xfrm>
            <a:off x="6025895" y="1237844"/>
            <a:ext cx="3122605" cy="2254361"/>
          </a:xfrm>
          <a:prstGeom prst="rect">
            <a:avLst/>
          </a:prstGeom>
          <a:solidFill>
            <a:srgbClr val="0070C0">
              <a:alpha val="16000"/>
            </a:srgbClr>
          </a:solidFill>
          <a:ln w="476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4140CC1C-8DA3-D7F9-3792-6BDB9D91CD78}"/>
              </a:ext>
            </a:extLst>
          </p:cNvPr>
          <p:cNvSpPr/>
          <p:nvPr/>
        </p:nvSpPr>
        <p:spPr>
          <a:xfrm>
            <a:off x="9223513" y="4199639"/>
            <a:ext cx="2887735" cy="2335743"/>
          </a:xfrm>
          <a:prstGeom prst="rect">
            <a:avLst/>
          </a:prstGeom>
          <a:solidFill>
            <a:srgbClr val="FF0000">
              <a:alpha val="16000"/>
            </a:srgbClr>
          </a:solidFill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7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17759</TotalTime>
  <Words>74</Words>
  <Application>Microsoft Macintosh PowerPoint</Application>
  <PresentationFormat>Widescreen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Activation</vt:lpstr>
      <vt:lpstr>Loss Calculation</vt:lpstr>
      <vt:lpstr>Spatiotemporal CV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Jonathon Hirschi</dc:creator>
  <cp:lastModifiedBy>Hirschi, Jonathon</cp:lastModifiedBy>
  <cp:revision>103</cp:revision>
  <dcterms:created xsi:type="dcterms:W3CDTF">2024-06-18T20:07:22Z</dcterms:created>
  <dcterms:modified xsi:type="dcterms:W3CDTF">2025-11-01T21:32:33Z</dcterms:modified>
</cp:coreProperties>
</file>